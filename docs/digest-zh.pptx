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186/s12885-025-15310-6" TargetMode="External"/><Relationship Id="rId2" Type="http://schemas.openxmlformats.org/officeDocument/2006/relationships/hyperlink" Target="https://link.springer.com/article/10.1186/s12885-025-15310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2026-04-13 — 2026-04-20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nutritional index and the survival of patients with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癌症特徵指導肝癌理解。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HCC顯示獨特增殖信號。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免疫治療改善晚期HCC結果。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iCCA具有獨特基因變異。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精準醫療針對iCCA突變。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Llovet Josep M, Pinyol Roser, Affo Silvia et al.. Cell. 2026-04-17 DOI: 10.1016/j.cell.2026.03.001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採用新輔助SBRT加免疫療法。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8名可切除HCC患者的初步研究。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安全性確認，低級別3不良事件。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所有患者均達到R0手術切除。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治療後觀察到顯著免疫重塑。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Cosner Zoe, Guo Zhoubo, Nawrocki Cole et al.. Clinical cancer research : an official journal of the American Association for Cancer Research. 2026-04-15 DOI: 10.1158/1078-0432.CCR-25-4779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肝切除影響抗PD-1療法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輔助治療效果不同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新輔助療效保持不變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Bouguerra Roqiya, El Hajji Sofia, Wassmer Charles-Henri et al.. Hepatology (Baltimore, Md.). 2026-04-16 DOI: 10.1097/HEP.0000000000001731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Lactobacillus johnsonii 增加 IFNγ+PD-1+CD8+ T 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尼古丁酸擴展細胞毒性 T 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聯合療法顯著降低腫瘤復發。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Liu Qianshi, Liu Yiqiang, Zhou Yue et al.. Cancer research. 2026-04-15 DOI: 10.1158/0008-5472.CAN-25-0346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CAFs 促進 HCC 的免疫抑制。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NNMT 調控 ANGPTL4 分泌。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ANGPTL4 增強腫瘤免疫逃逸。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Lu Shounan, Ke Shanjia, Yu Hongjun et al.. Advanced science (Weinheim, Baden-Wurttemberg, Germany). 2026-04-14 DOI: 10.1002/advs.202521418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Fc區域影響PD-1療法效果。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選擇性耗竭病毒特異性CD8 T細胞。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耗竭由激活性FcγR III介導。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吞噬細胞是關鍵效應細胞。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對肝癌治療的啟示。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Hashimoto Masao, Nasti Tahseen H, Jin Hyun-Tak et al.. Proceedings of the National Academy of Sciences of the United States of America. 2026-04-08 DOI: 10.1073/pnas.2427192123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針對不可切除HCC的組合療法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經動脈化療栓塞與PD-1抑制劑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第二期試驗顯示良好結果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nutritional index and the survival of patients with hepatocellular carcinoma on immune checkpoint inhibitors: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BMC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預後營養指數(PNI)影響生存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HCC患者免疫治療的綜合分析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營養狀態與免疫反應相關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Fu, W Peng, J Jiang. BMC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放射治療與局部消融比較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聚焦肝細胞癌治療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分析局部無進展生存期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包含射頻與微波消融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進行系統性回顧與綜合分析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聯合療法顯示出希望的結果。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ICIs 增強 HCC 的免疫反應。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介入療法改善患者預後。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**癌症的標誌與治療的關聯性**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hallmarks of cancer provide a comprehensive framework for understanding hepatocellular carcinoma (HCC) and guiding therapeutic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癌症的標誌為理解肝細胞癌（HCC）及指導治療策略提供了全面的框架。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**免疫治療的潛力與挑戰**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Neoadjuvant immune therapy shows promise in remodeling the tumor microenvironment, yet its optimal application in early-stage HCC remains to be established.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新輔助免疫治療在重塑腫瘤微環境方面顯示出潛力，但其在早期HCC中的最佳應用仍需確立。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are crucial in promoting immunosuppression in HCC through metabolic pathways, highlighting new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癌症相關成纖維細胞（CAFs）在HCC中透過代謝途徑促進免疫抑制，突顯了新的治療靶點。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Postoperative recurrence in HCC remains a significant clinical challenge, necessitating further exploration of underlying mechanisms and therapeutic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HCC的手術後復發仍然是一個重大臨床挑戰，需要進一步探索其潛在機制和治療策略。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**結合治療的前景**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interventional therapies with immune checkpoint inhibitors may enhance treatment outcomes in advanced HCC, warranting further investigation.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將介入治療與免疫檢查點抑制劑結合可能提高晚期HCC的治療效果，值得進一步研究。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**早期階段免疫治療的最佳化**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Investigate the optimal timing and combinations of immune therapies in early-stage HCC to maximize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探討早期HCC中免疫治療的最佳時機和組合，以最大化患者的治療效果。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**靶向癌症相關成纖維細胞的療法**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 targeted therapies against CAFs to mitigate their immunosuppressive effects in HCC and improve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開發針對CAFs的靶向療法，以減少其在HCC中的免疫抑制作用，並提高治療效果。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**探索腫瘤微環境的調控**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research on the tumor microenvironment's role in HCC progression and response to therapies, focusing on metabolic and immune interactions.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進一步研究腫瘤微環境在HCC進展和治療反應中的作用，重點關注代謝和免疫相互作用。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**多模態治療策略的評估**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Evaluate the efficacy of multimodal treatment strategies combining surgery, ablation, and immunotherapy in improving survival rates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評估結合手術、消融和免疫治療的多模態治療策略在提高HCC生存率方面的有效性。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Explore personalized medicine approaches based on genetic and immunological profiling to tailor therapies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探索基於基因和免疫學特徵的個體化治療方法，以為HCC患者量身定制療法。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2026-04-20T04:18:20Z</dcterms:created>
  <dcterms:modified xsi:type="dcterms:W3CDTF">2026-04-20T04:18:20Z</dcterms:modified>
</cp:coreProperties>
</file>