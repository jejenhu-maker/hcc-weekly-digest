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943" TargetMode="External"/><Relationship Id="rId2" Type="http://schemas.openxmlformats.org/officeDocument/2006/relationships/hyperlink" Target="https://doi.org/10.1158/1078-0432.CCR-25-494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535-026-02411-7" TargetMode="External"/><Relationship Id="rId2" Type="http://schemas.openxmlformats.org/officeDocument/2006/relationships/hyperlink" Target="https://doi.org/10.1007/s00535-026-02411-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589555925003404" TargetMode="External"/><Relationship Id="rId2" Type="http://schemas.openxmlformats.org/officeDocument/2006/relationships/hyperlink" Target="https://www.sciencedirect.com/science/article/pii/S258955592500340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bmjopen-2026-116809" TargetMode="External"/><Relationship Id="rId2" Type="http://schemas.openxmlformats.org/officeDocument/2006/relationships/hyperlink" Target="https://doi.org/10.1136/bmjopen-2026-11680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jitc-2025-014070" TargetMode="External"/><Relationship Id="rId2" Type="http://schemas.openxmlformats.org/officeDocument/2006/relationships/hyperlink" Target="https://doi.org/10.1136/jitc-2025-01407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13696998.2026.2658448" TargetMode="External"/><Relationship Id="rId2" Type="http://schemas.openxmlformats.org/officeDocument/2006/relationships/hyperlink" Target="https://doi.org/10.1080/13696998.2026.265844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186/s12885-025-15310-6" TargetMode="External"/><Relationship Id="rId2" Type="http://schemas.openxmlformats.org/officeDocument/2006/relationships/hyperlink" Target="https://link.springer.com/article/10.1186/s12885-025-15310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journals.lww.com/international-journal-of-surgery/fulltext/2026/03000/comparative_efficacy_and_safety_of_immune.216.aspx" TargetMode="External"/><Relationship Id="rId2" Type="http://schemas.openxmlformats.org/officeDocument/2006/relationships/hyperlink" Target="https://journals.lww.com/international-journal-of-surgery/fulltext/2026/03000/comparative_efficacy_and_safety_of_immune.216.asp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2026-04-20 — 2026-04-27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and cure fraction in patients with advanced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treatment selection for hepatocellular carcinoma in the era of immunothe…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Pembrolizumab and stereotactic body radiotherapy combined in advanced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Multicentre prospective trial of abbreviated MRI using gadoxetic acid versus CT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Time-of-day of first checkpoint inhibitor dose influences clinical outcomes and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Cost-effectiveness analysis of atezolizumab and bevacizumab as first-line system…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nutritional index and the survival of patients with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efficacy and safety of immune checkpoint inhibitor–based strategies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survival and cure fraction in patients with advanced hepatocellular carcinoma under immunotherapy in randomized controlled trials and real-world data.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ICIs可促進HCC的長期生存。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MCMs估算長期存活與治癒比例。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長期生存率介於10-15%。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治癒比例介於7-9%。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ALBI分數和C型肝炎預測結果。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Campani Claudia, Shim Ju Hyun, Bouattour Mohamed et al.. Clinical cancer research : an official journal of the American Association for Cancer Research. 2026-04-20 DOI: 10.1158/1078-0432.CCR-25-4943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Optimal treatment selection for hepatocellular carcinoma in the era of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gastroenterology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免疫治療重塑HCC管理策略。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早期HCC復發率仍然高。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AI模型有效預測切除後復發。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TACE聯合TKI改善治療效果。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新興生物標記提升免疫治療選擇。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Chi Chen-Ta, Huang Yi-Hsiang. Journal of gastroenterology. 2026-04-20 DOI: 10.1007/s00535-026-02411-7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Pembrolizumab and stereotactic body radiotherapy combined in advanced hepatocellular carcinoma post sorafenib–A phase II trial (PEMRAD)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 ·  IF 7.8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結合 pembrolizumab 與 SBRT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針對晚期 HCC 的二期試驗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評估索拉非尼後療效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GM O'Kane, A Mesci, RW Jang. JHEP Reports.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Multicentre prospective trial of abbreviated MRI using gadoxetic acid versus CT for detection of late recurrent HCC (AMRICT): study protocol.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BMJ open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 治療後常見晚期復發。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試驗比較 HBP-AMRI 與 multiphasic CECT。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將招募 455 名參與者進行影像檢查。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主要終點：HCC 檢出率。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研究已獲多個機構批准。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Park Hyo Jung, Lee Dong Ho, Chang Won et al.. BMJ open. 2026-04-24 DOI: 10.1136/bmjopen-2026-116809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Time-of-day of first checkpoint inhibitor dose influences clinical outcomes and immune responses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for immunotherapy of cancer  ·  IF 10.9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ICI 時間影響治療效果。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早晨劑量改善無進展生存期。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早晨組免疫反應不同。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 Howard L, Charmsaz Soren, Reisman Benjamin J et al.. Journal for immunotherapy of cancer. 2026-04-21 DOI: 10.1136/jitc-2025-014070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Cost-effectiveness analysis of atezolizumab and bevacizumab as first-line systemic therapy in unresectable hepatocellular carcinoma in Malaysia.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medical economics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評估atezolizumab加bevacizumab的成本效益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與lenvatinib和sorafenib比較於馬來西亞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atezolizumab加bevacizumab獲得最高QALYs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增量成本效益比為RM 51,399每QALY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研究結果支持公共衛生政策資金擴展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Wong Yoke Fui, Mohamed Rosmawati, Sulaiman Shah Audi Adawiah et al.. Journal of medical economics. 2026-04-25 DOI: 10.1080/13696998.2026.2658448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nutritional index and the survival of patients with hepatocellular carcinoma on immune checkpoint inhibitors: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BMC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預後營養指數影響生存率。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HCC患者免疫檢查點抑制劑分析。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營養狀態與免疫反應相關。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Fu, W Peng, J Jiang. BMC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放射治療與局部消融比較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針對肝細胞癌（HCC）治療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評估局部無進展生存期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包括射頻與微波消融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進行系統性回顧與統合分析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聯合療法在HCC中顯示潛力。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介入療法增強ICI療效。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需要更多全面的臨床試驗。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Comparative efficacy and safety of immune checkpoint inhibitor–based strategies in advanced hepatocellular carcinoma: a systematic review and network meta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Journal of Surgery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免疫檢查點抑制劑顯示潛力。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聯合療法改善治療效果。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安全性在策略間有所不同。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Yu, X Zhang, O Jiang. … Journal of Surgery.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**免疫療法的長期生存潛力**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 has demonstrated the potential for long-term survival and even cure in advanced hepatocellular carcinoma (HCC), as evidenced by recent studies utilizing mixture cure models (MCMs).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免疫療法在晚期肝細胞癌（HCC）中顯示出長期生存甚至治癒的潛力，這一點在最近利用混合治癒模型（MCMs）的研究中得到了證實。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**個性化治療策略的必要性**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era of immunotherapy necessitates personalized treatment strategies for HCC, as recurrence rates remain high despite curative intent in early-stage cases.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免疫療法的時代要求為HCC制定個性化的治療策略，因為儘管早期病例有治癒意圖，但復發率仍然很高。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**局部療法與免疫檢查點抑制劑的結合**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local therapies, such as stereotactic body radiotherapy, with immune checkpoint inhibitors shows promising results in advanced HCC, enhancing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將局部療法（如立體定向體放療）與免疫檢查點抑制劑結合，顯示出在晚期HCC中的良好效果，增強了治療的有效性。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**時間因素對免疫療法的影響**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timing of immune checkpoint inhibitor administration may influence clinical outcomes, highlighting the importance of circadian rhythms in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免疫檢查點抑制劑的給藥時間可能會影響臨床結果，強調了生物節律在治療效果中的重要性。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**營養指標與預後關聯**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prognostic nutritional index has been associated with survival outcomes in HCC patients treated with immune checkpoint inhibitors, suggesting that nutritional status may play a role in treatment efficacy.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預後營養指數與接受免疫檢查點抑制劑治療的HCC患者的生存結果相關，這表明營養狀況可能在治療效果中扮演角色。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**混合治癒模型的應用**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studies should apply mixture cure models in HCC to better estimate the fraction of long-term survivors and identify predictors of cure.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進一步的研究應在HCC中應用混合治癒模型，以更好地估計長期生存者的比例並識別治癒的預測因子。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**個性化治療的臨床試驗**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Large-scale clinical trials focusing on personalized treatment approaches in HCC patients receiving immunotherapy are needed to establish optimal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需要針對接受免疫療法的HCC患者進行大規模臨床試驗，專注於個性化治療方法，以確立最佳策略。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**時間因素的機制研究**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biological mechanisms behind the time-of-day effects on immune checkpoint inhibitor efficacy could lead to optimized treatment schedules.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研究時間因素對免疫檢查點抑制劑療效的生物學機制，可能會導致最佳治療時間表的制定。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**營養干預的臨床應用**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Exploring the role of nutritional interventions in conjunction with immunotherapy may enhance treatment outcomes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探索營養干預與免疫療法結合的作用，可能會改善HCC患者的治療結果。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**局部療法的最佳化**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research should focus on optimizing the combination of local ablative therapies with immunotherapy to maximize patient benefits in HCC treatment.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未來的研究應專注於優化局部消融療法與免疫療法的結合，以最大化HCC治療中的患者受益。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2026-04-27T04:29:21Z</dcterms:created>
  <dcterms:modified xsi:type="dcterms:W3CDTF">2026-04-27T04:29:21Z</dcterms:modified>
</cp:coreProperties>
</file>