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1.006" TargetMode="External"/><Relationship Id="rId2" Type="http://schemas.openxmlformats.org/officeDocument/2006/relationships/hyperlink" Target="https://doi.org/10.1016/j.jhep.2026.01.00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1.009" TargetMode="External"/><Relationship Id="rId2" Type="http://schemas.openxmlformats.org/officeDocument/2006/relationships/hyperlink" Target="https://doi.org/10.1016/j.jhep.2026.01.00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598-026-55609-3" TargetMode="External"/><Relationship Id="rId2" Type="http://schemas.openxmlformats.org/officeDocument/2006/relationships/hyperlink" Target="https://doi.org/10.1038/s41598-026-55609-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1.021" TargetMode="External"/><Relationship Id="rId2" Type="http://schemas.openxmlformats.org/officeDocument/2006/relationships/hyperlink" Target="https://doi.org/10.1016/j.jhep.2026.01.02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dld.2026.04.013" TargetMode="External"/><Relationship Id="rId2" Type="http://schemas.openxmlformats.org/officeDocument/2006/relationships/hyperlink" Target="https://doi.org/10.1016/j.dld.2026.04.01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12939993/" TargetMode="External"/><Relationship Id="rId2" Type="http://schemas.openxmlformats.org/officeDocument/2006/relationships/hyperlink" Target="https://pmc.ncbi.nlm.nih.gov/articles/PMC12939993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12328-026-02329-w" TargetMode="External"/><Relationship Id="rId2" Type="http://schemas.openxmlformats.org/officeDocument/2006/relationships/hyperlink" Target="https://doi.org/10.1007/s12328-026-02329-w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12328-026-02300-9" TargetMode="External"/><Relationship Id="rId2" Type="http://schemas.openxmlformats.org/officeDocument/2006/relationships/hyperlink" Target="https://doi.org/10.1007/s12328-026-02300-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12328-025-02266-0" TargetMode="External"/><Relationship Id="rId2" Type="http://schemas.openxmlformats.org/officeDocument/2006/relationships/hyperlink" Target="https://doi.org/10.1007/s12328-025-02266-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Weekly Digest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肝膽腸胃內科 — 肝癌免疫治療與局部消融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呂大教授 敬啟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2026-05-25 — 2026-06-01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Updated data from IMbrave050: Adjuvant atezolizumab plus bevacizumab for high-ri…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Revisiting prophylactic corticosteroids to mitigate severe immune-related advers…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and safety of tislelizumab combined with anlotinib and radiotherapy in ad…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of esophageal varices and prediction of hepatic decompensation in unre…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 evaluation of phase III immunotherapy trials in advanced HCC using…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Immunotherapy in Hepatocellular Carcinoma with Portal Vein Tumour Thrombosis: Fr…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Durvalumab and tremelimumab combination therapy achieved remarkable response in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case of a patient with advanced HCC with Vp4 on hemodialysis who responded to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treatment of &amp;#x3b2;-catenin-positive, immune checkpoint inhibitor-re…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Updated data from IMbrave050: Adjuvant atezolizumab plus bevacizumab for high-risk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RCT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IMbrave050達成RFS主要終點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治療與監測RFS HR為0.72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更新分析中OS數據仍不成熟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初始RFS效益隨時間未持續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安全性概況一致且可控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Yopp Adam, Chen Minshan, Cheng Ann-Lii et al.. Journal of hepatology. 2026-05-16 DOI: 10.1016/j.jhep.2026.01.006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Revisiting prophylactic corticosteroids to mitigate severe immune-related adverse events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雙重ICI改變HCC治療格局。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嚴重irAE限制ICI臨床應用。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預防性類固醇減少嚴重irAE。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類固醇不影響T細胞活化。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需在HCC進行前瞻性評估。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Shen Ying-Chun, Pinato David J, Liu Tsung-Hao et al.. Journal of hepatology. 2026-05-16 DOI: 10.1016/j.jhep.2026.01.009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Effect and safety of tislelizumab combined with anlotinib and radiotherapy in advanced hepatocellular carcinoma: A single-arm, single-center, phase II clinical study.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Scientific reports  ·  RCT Phase 2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評估Tislelizumab與anlotinib及放療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達到62.2%客觀反應率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中位無進展生存期11個月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安全性主要為1/2級不良事件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結果與PVTT及BCLC階段無關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Fan Huaxi, Liu Yuhong, Wu Guishu et al.. Scientific reports. 2026-05-28 DOI: 10.1038/s41598-026-55609-3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Detection of esophageal varices and prediction of hepatic decompensation in unresectable hepatocellular carcinoma using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Retrospective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開發AI模型檢測食道靜脈曲張。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使用常規CT數據進行驗證。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HepatoSageCT提高預測準確性。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減少病人不必要的內視鏡檢查。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個性化病人管理的有希望工具。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Rabasco Meneghetti Asier, Campani Claudia, Roux Charles et al.. Journal of hepatology. 2026-05-16 DOI: 10.1016/j.jhep.2026.01.021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Complementary evaluation of phase III immunotherapy trials in advanced HCC using the survival-inferred fragility index.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Digestive and liver disease : official journal of the Italian Society of Gastroenterology and the Italian Association for the Study of the Liver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HCC治療轉向免疫檢查點抑制劑。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生存推斷脆弱性指數評估試驗穩定性。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分析六項III期試驗，共4570名患者。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整體生存的中位SIFI為10。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亞洲試驗穩定性高於全球試驗。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Dalbeni A, Vicardi M, Stefanini B et al.. Digestive and liver disease : official journal of the Italian Society of Gastroenterology and the Italian Association for the Study of the Liver. 2026-05-27 DOI: 10.1016/j.dld.2026.04.013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Immunotherapy in Hepatocellular Carcinoma with Portal Vein Tumour Thrombosis: From Poor Prognosis to Curative-Intent Strategies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針對PVTT的HCC II期研究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HAIC結合lenvatinib和PD-1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優於單一療法的結果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 Marzi, R Sacco, L Siciliani.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TACE 與 PD-1 抑制劑聯合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 uHCC 的第二期試驗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較單獨 TACE 療效更佳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Zhang, H Cai, W Peng.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Durvalumab and tremelimumab combination therapy achieved remarkable response in primary hepatic undifferentiated carcinoma with high PD-L1 expression.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journal of gastroenterology  ·  Case Report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罕見的肝部未分化癌病例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觀察到高PD-L1表達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Durvalumab和tremelimumab聯合療法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四個療程後腫瘤縮小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淋巴結轉移完全消失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Kawahara Michihiko, Fujino Hatsue, Fujii Yasutoshi et al.. Clinical journal of gastroenterology. 2026-05-28 DOI: 10.1007/s12328-026-02329-w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case of a patient with advanced HCC with Vp4 on hemodialysis who responded to a multimodality treatment including hepatic arterial infusion, radiation therapy, immunotherapy, and molecular-targeted drugs.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journal of gastroenterology  ·  Case Report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73歲女性，晚期HCC患者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初始治療：肝動脈灌注化療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聯合療法：Atezo-Bev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LEN-CDDP治療獲得部分反應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Dur-Tre療法持續完全反應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Kosaka Yumi, Yoshikawa Yuki, Nakahara Takashi et al.. Clinical journal of gastroenterology. 2026-05-28 DOI: 10.1007/s12328-026-02300-9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Successful treatment of &amp;#x3b2;-catenin-positive, immune checkpoint inhibitor-resistant tumor in a case of multicentric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journal of gastroenterology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70歲女性多中心肝癌病例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β-catenin與免疫檢查點抑制抵抗相關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質子束治療達到局部控制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持續治療維持其他結節緩解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分子分析對個性化治療至關重要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Nomiya Hirotaka, Matsuda Hidetaka, Nosaka Takuto et al.. Clinical journal of gastroenterology. 2026-05-31 DOI: 10.1007/s12328-025-02266-0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**免疫治療的前景**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combination of immune checkpoint inhibitors (ICIs) with other therapies, such as targeted agents and radiotherapy, shows promising efficacy in advanced hepatocellular carcinoma (HCC).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免疫檢查點抑制劑（ICIs）與其他療法（如靶向藥物和放療）的聯合使用在晚期肝細胞癌（HCC）中顯示出有希望的療效。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**高風險患者的預後改善**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IMbrave050 trial demonstrates that adjuvant therapy with atezolizumab and bevacizumab significantly improves recurrence-free survival in high-risk HCC patients.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IMbrave050試驗顯示，阿特珠單抗和貝伐單抗的輔助療法顯著改善高風險HCC患者的無復發生存期。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**副作用管理的重要性**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use of prophylactic corticosteroids may help mitigate severe immune-related adverse events associated with dual ICI therapy, enhancing treatment tolerability.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使用預防性皮質類固醇可能有助於減輕與雙重ICIs療法相關的嚴重免疫相關不良事件，提高治療耐受性。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**人工智慧的潛力**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Non-invasive AI models for detecting esophageal varices may improve early intervention strategies in patients with unresectable HCC, potentially enhancing overall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用於檢測食道靜脈曲張的非侵入性AI模型可能改善不可切除HCC患者的早期介入策略，從而提高整體預後。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**多模態治療的成功案例**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Reports of successful multimodal treatments highlight the potential for personalized approaches in managing complex cases of HCC, particularly those with portal vein tumor thrombosis.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成功的多模態治療案例突顯了在管理複雜HCC病例（尤其是伴有門靜脈腫瘤栓塞的病例）中個性化治療的潛力。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**探索新療法的組合**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studies should investigate novel combinations of ICIs with other therapeutic modalities to further enhance treatment efficacy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未來的研究應探索ICIs與其他治療方式的新型組合，以進一步提高HCC的治療效果。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**副作用的預測與管理**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Research should focus on identifying biomarkers that predict severe immune-related adverse events to optimize the use of prophylactic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研究應集中於識別預測嚴重免疫相關不良事件的生物標記，以優化預防性策略的使用。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**AI技術的應用擴展**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Expanding the use of AI in predicting treatment responses and complications in HCC could lead to more tailored and effective management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擴大AI在預測HCC治療反應和併發症中的應用可能導致更具針對性和有效的管理策略。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**長期療效的評估**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Long-term follow-up studies are needed to assess the durability of responses to combination therapies in HCC and their impact on overall survival.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需要長期隨訪研究來評估HCC中聯合療法反應的持久性及其對整體生存的影響。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**個體化治療的發展**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research should aim to develop personalized treatment regimens based on genetic and molecular profiling of tumors in HCC patients.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未來的研究應致力於根據HCC患者腫瘤的基因和分子特徵開發個體化治療方案。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肝癌免疫治療與局部消融文獻週報</dc:title>
  <dc:subject>PptxGenJS Presentation</dc:subject>
  <dc:creator>HCC Weekly Digest</dc:creator>
  <cp:lastModifiedBy>HCC Weekly Digest</cp:lastModifiedBy>
  <cp:revision>1</cp:revision>
  <dcterms:created xsi:type="dcterms:W3CDTF">2026-06-01T01:48:04Z</dcterms:created>
  <dcterms:modified xsi:type="dcterms:W3CDTF">2026-06-01T01:48:04Z</dcterms:modified>
</cp:coreProperties>
</file>