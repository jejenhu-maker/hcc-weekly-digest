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6.010" TargetMode="External"/><Relationship Id="rId2" Type="http://schemas.openxmlformats.org/officeDocument/2006/relationships/hyperlink" Target="https://doi.org/10.1016/j.ccell.2026.06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1988" TargetMode="External"/><Relationship Id="rId2" Type="http://schemas.openxmlformats.org/officeDocument/2006/relationships/hyperlink" Target="https://doi.org/10.1016/j.jhepr.2026.10198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cti2.70115" TargetMode="External"/><Relationship Id="rId2" Type="http://schemas.openxmlformats.org/officeDocument/2006/relationships/hyperlink" Target="https://doi.org/10.1002/cti2.7011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rup.2026.101468" TargetMode="External"/><Relationship Id="rId2" Type="http://schemas.openxmlformats.org/officeDocument/2006/relationships/hyperlink" Target="https://doi.org/10.1016/j.drup.2026.10146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02656736.2026.2713200" TargetMode="External"/><Relationship Id="rId2" Type="http://schemas.openxmlformats.org/officeDocument/2006/relationships/hyperlink" Target="https://doi.org/10.1080/02656736.2026.271320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andfonline.com/doi/abs/10.1080/02656736.2026.2713200" TargetMode="External"/><Relationship Id="rId2" Type="http://schemas.openxmlformats.org/officeDocument/2006/relationships/hyperlink" Target="https://www.tandfonline.com/doi/abs/10.1080/02656736.2026.271320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2026-08-10 — 2026-08-17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blockade unleashes local hepatitis B virus-related B cell response inhibiti…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risks of treatment discontinuation of atezolizumab plus bevacizumab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immune dynamics during treatment predict prognosis in HCC receiving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on standardized later-line systemic therapy for hepatocellular carcino…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versus radiofrequency ablation for hepatocellular carcinoma: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versus radiofrequency ablation for hepatocellular carcinoma: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PD-1 blockade unleashes local hepatitis B virus-related B cell response inhibiting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研究HCC患者的PD-1療法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識別T細胞和B細胞反應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HBcAg觸發局部B細胞活化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補體活化增強抗腫瘤效果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B細胞免疫提升抗PD-1療效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Shuling, Wang Yuanqi, Chen Jingying et al.. Cancer cell. 2026-08-10 DOI: 10.1016/j.ccell.2026.06.010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Competing risks of treatment discontinuation of atezolizumab plus bevacizumab in unresectable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Atezolizumab加bevacizumab為標準療法。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停藥原因包括PD和不良事件。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AFP和ALBI預測停藥原因。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Suda Goki, Sho Takuya, Abe Tamami et al.. JHEP reports : innovation in hepatology. 2026-08-11 DOI: 10.1016/j.jhepr.2026.101988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 與 PD-1 抑制劑聯合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 uHCC 患者的第二階段試驗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評估與單獨 TACE 的療效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研究評估PD-1抑制劑與lenvatinib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針對晚期不可切除HCC患者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轉化治療後進行序列手術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評估長期生存結果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呈現第二期臨床試驗結果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Peripheral immune dynamics during treatment predict prognosis in HCC receiving TACE plus ICIs and anti-VEGF/TKIs.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&amp; translational immunology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研究評估HCC治療中的免疫標記。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患者接受TACE加上ICIs和抗VEGF/TKIs。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動態免疫變化預測整體存活率。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根據免疫數據開發預後標準圖。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識別出三種免疫動態亞型預測結果。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Qin Lihao, Zhu Linzhou, Yang Hao et al.. Clinical &amp; translational immunology. 2026-08-16 DOI: 10.1002/cti2.70115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Consensus on standardized later-line systemic therapy for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Drug resistance updates : reviews and commentaries in antimicrobial and anticancer chemotherapy  ·  Review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建立後期治療標準共識。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針對靶向治療失敗問題。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提出統一評估標準與建議。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Yu Hongli, Cheng Jiamin, Xia Feng et al.. Drug resistance updates : reviews and commentaries in antimicrobial and anticancer chemotherapy. 2026-08-14 DOI: 10.1016/j.drup.2026.101468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Cryoablation versus radiofrequency ablation for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journal of hyperthermia : the official journal of European Society for Hyperthermic Oncology, North American Hyperthermia Group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Cryoablation 完全消融率較高。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Cryoablation 內部疼痛較低。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兩種治療無顯著生存差異。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無明顯併發症差異。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安全性兩者相似。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Mao Kui, Wang Youqing, Yao Weijun et al.. International journal of hyperthermia : the official journal of European Society for Hyperthermic Oncology, North American Hyperthermia Group. 2026-08-13 DOI: 10.1080/02656736.2026.2713200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Cryoablation versus radiofrequency ablation for hepatocellular carcinoma: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Cryoablation有效控制腫瘤。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與radiofrequency ablation比較。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針對早期HCC患者研究。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 Mao, Y Wang, W Yao. International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放射治療與局部消融比較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針對肝細胞癌（HCC）治療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評估局部無進展生存期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包含射頻和微波消融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進行系統性回顧與統合分析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聯合療法在HCC中展現潛力。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ICIs提升介入治療效果。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系統評估強調臨床結果。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**PD-1抑制劑的免疫機制**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PD-1抑制劑不僅透過效應T細胞激活來發揮作用，還能釋放與乙型肝炎病毒相關的B細胞反應，顯示出其在肝細胞癌（HCC）治療中的多重機制。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PD-1 blockade not only activates effector T cells but also unleashes hepatitis B virus-related B cell responses, highlighting its multifaceted mechanisms in HCC treatment.**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**治療中斷的競爭風險**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對於不可切除的肝細胞癌，Atezolizumab與Bevacizumab的聯合療法的治療中斷原因多樣，傳統生存終點無法充分捕捉各種原因的時間變化。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reasons for treatment discontinuation in unresectable HCC patients receiving Atezolizumab plus Bevacizumab are diverse, and conventional survival endpoints fail to capture the time-varying probabilities of each cause.**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**轉化療法的潛力**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結合經動脈化療栓塞（TACE）與PD-1抑制劑的轉化療法顯示出對不可切除中晚期肝細胞癌的潛在益處，提供了新的治療選擇。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**Combination therapies involving transarterial chemoembolization (TACE) and PD-1 inhibitors show potential benefits for unresectable intermediate-advanced HCC, offering new treatment options.**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**外科手術後的長期生存結果**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在不可切除的肝細胞癌患者中，經過PD-1抑制劑與Lenvatinib的轉化療法後，隨後進行的外科手術顯示出良好的長期生存結果。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 patients with unresectable HCC, sequential surgery following conversion therapy with PD-1 inhibitors and Lenvatinib demonstrates favorable long-term survival outcomes.**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**外周免疫動態的預後價值**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外周免疫標記物的靜態和動態變化在接受TACE及免疫檢查點抑制劑的HCC患者中，能預測預後，強調了免疫監測的重要性。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**Peripheral immune markers' static and dynamic changes can predict prognosis in HCC patients receiving TACE and immune checkpoint inhibitors, emphasizing the importance of immune monitoring.**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**探索PD-1抑制劑的多重作用**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進一步研究PD-1抑制劑在HCC治療中的多重免疫機制，以開發更有效的治療策略。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**Further exploration of the multifaceted immune mechanisms of PD-1 inhibitors in HCC treatment is needed to develop more effective therapeutic strategies.**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**治療中斷原因的深入分析**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針對不可切除HCC患者的治療中斷原因進行深入分析，尋求改善治療持續性的策略。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**In-depth analyses of the reasons for treatment discontinuation in unresectable HCC patients are necessary to identify strategies for improving treatment adherence.**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**轉化療法的長期隨訪研究**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進行長期隨訪研究，以評估轉化療法（如TACE與PD-1抑制劑聯合療法）的持續效果及其對生存率的影響。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**Long-term follow-up studies are needed to assess the sustained effects of conversion therapies (e.g., TACE combined with PD-1 inhibitors) and their impact on survival rates.**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**個體化免疫監測的發展**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發展個體化的免疫監測方法，以便更好地預測HCC患者對不同治療的反應。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development of personalized immune monitoring methods is essential to better predict HCC patients' responses to various treatments.**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**標準化後線治療的共識建立**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在HCC的後線治療中建立標準化的共識，以應對一線治療失敗後的臨床挑戰。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**Establishing a standardized consensus for later-line therapies in HCC is crucial to address clinical challenges following first-line treatment failures.**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2026-08-17T02:17:30Z</dcterms:created>
  <dcterms:modified xsi:type="dcterms:W3CDTF">2026-08-17T02:17:30Z</dcterms:modified>
</cp:coreProperties>
</file>