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1.009" TargetMode="External"/><Relationship Id="rId2" Type="http://schemas.openxmlformats.org/officeDocument/2006/relationships/hyperlink" Target="https://doi.org/10.1016/j.jhep.2026.01.00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1.006" TargetMode="External"/><Relationship Id="rId2" Type="http://schemas.openxmlformats.org/officeDocument/2006/relationships/hyperlink" Target="https://doi.org/10.1016/j.jhep.2026.01.00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bmjopen-2025-115731" TargetMode="External"/><Relationship Id="rId2" Type="http://schemas.openxmlformats.org/officeDocument/2006/relationships/hyperlink" Target="https://doi.org/10.1136/bmjopen-2025-11573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ejca.2026.116750" TargetMode="External"/><Relationship Id="rId2" Type="http://schemas.openxmlformats.org/officeDocument/2006/relationships/hyperlink" Target="https://doi.org/10.1016/j.ejca.2026.11675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86/s12943-026-02682-x" TargetMode="External"/><Relationship Id="rId2" Type="http://schemas.openxmlformats.org/officeDocument/2006/relationships/hyperlink" Target="https://doi.org/10.1186/s12943-026-02682-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1.021" TargetMode="External"/><Relationship Id="rId2" Type="http://schemas.openxmlformats.org/officeDocument/2006/relationships/hyperlink" Target="https://doi.org/10.1016/j.jhep.2026.01.02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ritrevonc.2026.105412" TargetMode="External"/><Relationship Id="rId2" Type="http://schemas.openxmlformats.org/officeDocument/2006/relationships/hyperlink" Target="https://doi.org/10.1016/j.critrevonc.2026.10541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ejca.2026.116749" TargetMode="External"/><Relationship Id="rId2" Type="http://schemas.openxmlformats.org/officeDocument/2006/relationships/hyperlink" Target="https://doi.org/10.1016/j.ejca.2026.11674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hepr.70157" TargetMode="External"/><Relationship Id="rId2" Type="http://schemas.openxmlformats.org/officeDocument/2006/relationships/hyperlink" Target="https://doi.org/10.1111/hepr.7015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EP.0000000000001731" TargetMode="External"/><Relationship Id="rId2" Type="http://schemas.openxmlformats.org/officeDocument/2006/relationships/hyperlink" Target="https://doi.org/10.1097/HEP.000000000000173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Weekly Digest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肝膽腸胃內科 — 肝癌免疫治療與局部消融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呂大教授 敬啟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2026-06-01 — 2026-06-08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Revisiting prophylactic corticosteroids to mitigate severe immune-related advers…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Updated data from IMbrave050: Adjuvant atezolizumab plus bevacizumab for high-ri…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Ib/II trial to evaluate the safety and efficacy of atezolizumab and bevaci…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and late survival dynamics of immunotherapy combinations in advanced HCC: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sequencing identifies synergistic mechanisms driving resistance to ne…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of esophageal varices and prediction of hepatic decompensation in unre…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Integrating Multiple Outcomes of First-Line Immunotherapy-Based Regimens for Adv…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Determinants of long-term survival from atezolizumab plus bevacizumab in unresec…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Prospective Study of Atezolizumab Plus Bevacizumab for Unresectable Hepatocellul…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Erratum: Hepatectomy alters adjuvant anti-PD-1 action in a mouse model of HCC bu…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Revisiting prophylactic corticosteroids to mitigate severe immune-related adverse events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雙重ICI改變HCC治療格局。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嚴重irAE限制ICI臨床應用。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預防性類固醇減少嚴重irAE。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類固醇不影響T細胞活化。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需在HCC中前瞻性評估。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Shen Ying-Chun, Pinato David J, Liu Tsung-Hao et al.. Journal of hepatology. 2026-06-06 DOI: 10.1016/j.jhep.2026.01.009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Updated data from IMbrave050: Adjuvant atezolizumab plus bevacizumab for high-risk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IMbrave050達成RFS主要終點。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治療與監測RFS HR為0.72。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第二次IA OS數據仍不成熟。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更新分析中RFS初始益處未持續。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安全性資料與先前結果一致。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Yopp Adam, Chen Minshan, Cheng Ann-Lii et al.. Journal of hepatology. 2026-05-16 DOI: 10.1016/j.jhep.2026.01.006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Phase Ib/II trial to evaluate the safety and efficacy of atezolizumab and bevacizumab as adjuvant therapy following carbon-ion radiotherapy in hepatocellular carcinoma (VANGUARD): study protocol.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BMJ open  ·  RCT Phase 2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評估Atezo+Bev於C-ion RT後的效果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針對HCC患者的Ib/II期試驗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主要終點：1年無復發生存率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重點在高風險復發患者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研究已獲倫理委員會批准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Koroki Keisuke, Wakatsuki Masaru, Ogasawara Sadahisa et al.. BMJ open. 2026-06-06 DOI: 10.1136/bmjopen-2025-115731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Early and late survival dynamics of immunotherapy combinations in advanced HCC: Anchored indirect comparison of atezolizumab plus bevacizumab versus durvalumab +&amp;#x202f;tremelimumab.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European journal of cancer (Oxford, England : 1990)  ·  IF 8.4  ·  Meta-Analysis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A+B 早期生存優勢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STRIDE 長期生存益處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分析中觀察到時間依賴效應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Casadei-Gardini Andrea, Yip Terry Cheuk-Fung, Vitale Alessandro et al.. European journal of cancer (Oxford, England : 1990). 2026-05-21 DOI: 10.1016/j.ejca.2026.116750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Multimodal sequencing identifies synergistic mechanisms driving resistance to neoadjuvant nivolumab treatment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Molecular cancer  ·  IF 27.7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HCC顯示顯著的腫瘤內異質性。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免疫抑制TIME與治療抵抗相關。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非應答者中識別出脂質代謝失調。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TAMs和CD8 T細胞形成屏障。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ADM-RAMP1-EBP軸影響脂質代謝。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Zeng Fanhong, Guo Jiaxin, Zeng Zheng et al.. Molecular cancer. 2026-06-02 DOI: 10.1186/s12943-026-02682-x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Detection of esophageal varices and prediction of hepatic decompensation in unresectable hepatocellular carcinoma using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Retrospective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開發AI模型檢測EV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使用常規CT與臨床數據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在489例不可切除HCC患者中驗證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HepatoSageCT提高預測準確性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非侵入性方法減少內視鏡檢查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Rabasco Meneghetti Asier, Campani Claudia, Roux Charles et al.. Journal of hepatology. 2026-05-16 DOI: 10.1016/j.jhep.2026.01.021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Integrating Multiple Outcomes of First-Line Immunotherapy-Based Regimens for Advanced Hepatocellular Carcinoma: A Network Meta-Analysis of Phase III Trials.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Critical reviews in oncology/hematology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進行第三階段試驗的網絡Meta分析。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Sintilimab加IBI305顯示最佳整體生存率。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Finotonlimab加bevacizumab改善年輕患者結果。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Bevacizumab組合提供良好的利弊平衡。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TOPSIS模型整合多重治療結果。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Nie Guilin, Li Xinming, Wang Yaoqun et al.. Critical reviews in oncology/hematology. 2026-06-06 DOI: 10.1016/j.critrevonc.2026.105412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Determinants of long-term survival from atezolizumab plus bevacizumab in unresectable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European journal of cancer (Oxford, England : 1990)  ·  IF 8.4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Atezolizumab加bevacizumab顯示長期生存益處。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長期生存者定義為24個月以上。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影像學反應者生存率顯著提高。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關鍵因素包括肝功能和腫瘤大小。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AB-Real提供uHCC的實證數據。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Lee Pei-Chang, Cortellini Alessio, Stefanini Bernardo et al.. European journal of cancer (Oxford, England : 1990). 2026-05-21 DOI: 10.1016/j.ejca.2026.116749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Prospective Study of Atezolizumab Plus Bevacizumab for Unresectable Hepatocellular Carcinoma Based on Hepatobiliary Phase of Gd-EOB-DTPA-MRI.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research : the official journal of the Japan Society of Hepatology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研究使用atezolizumab與bevacizumab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152位不可切除HCC患者參與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超強度與Wnt信號相關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超強度組ORR較高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未發現對組合療法抗性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Aoki Tomoko, Kudo Masatoshi, Ueshima Kazuomi et al.. Hepatology research : the official journal of the Japan Society of Hepatology. 2026-06-06 DOI: 10.1111/hepr.70157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Erratum: Hepatectomy alters adjuvant anti-PD-1 action in a mouse model of HCC but does not compromise neoadjuvant efficacy.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(Baltimore, Md.)  ·  IF 12.9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肝切除影響抗PD-1療法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新輔助療效保持不變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使用小鼠模型進行研究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Bouguerra Roqiya, El Hajji Sofia, Wassmer Charles-Henri et al.. Hepatology (Baltimore, Md.). 2026-06-05 DOI: 10.1097/HEP.0000000000001731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綜合啟示（Overall Insights）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**免疫檢查點抑制劑的應用潛力**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use of dual immune checkpoint inhibitors (ICIs) targeting CTLA-4 and PD-1/PD-L1 has shown promise in reshaping treatment for unresectable HCC, yet their clinical uptake is hindered by severe immune-related adverse events.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雙重免疫檢查點抑制劑（如CTLA-4和PD-1/PD-L1）的應用潛力顯示出在不可切除肝細胞癌（HCC）治療中的前景，但其臨床應用受到嚴重免疫相關不良事件的限制。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**新輔助療法的前景**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Atezolizumab combined with bevacizumab has demonstrated improved recurrence-free survival in high-risk HCC patients, indicating a potential shift towards adjuvant immunotherapy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阿特珠單抗與貝伐單抗的聯合使用在高風險HCC患者中顯示出改善無復發生存期的潛力，這表明輔助免疫療法策略可能會有新的轉變。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**腫瘤微環境的影響**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tumor immune microenvironment (TIME) plays a critical role in modulating responses to ICIs, with HCC exhibiting significant intratumoral heterogeneity that complicates treatment efficacy.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腫瘤免疫微環境（TIME）在調節對免疫檢查點抑制劑的反應中起著關鍵作用，而HCC的腫瘤內異質性顯著，這使得治療效果變得複雜。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**非侵入性檢測技術的發展**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Advances in AI-driven non-invasive models for detecting esophageal varices in cirrhotic patients with HCC could lead to earlier interventions and improved patient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基於人工智慧的非侵入性模型在檢測伴有肝硬化的HCC患者食道靜脈曲張方面的進展，可能會導致更早的干預和改善患者的預後。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**多模式治療策略的必要性**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integration of multiple treatment modalities, including immunotherapy and radiotherapy, is essential to address the challenge of recurrence in HCC post-curative treatment.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整合多種治療模式，包括免疫療法和放療，對於解決HCC在根治性治療後復發的挑戰至關重要。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未來研究方向（Future Research Directions）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**探索免疫相關不良事件的管理策略**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Future studies should focus on optimizing prophylactic measures, such as corticosteroids, to mitigate severe immune-related adverse events associated with ICIs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未來的研究應集中於優化預防措施，如皮質類固醇，以減輕與HCC中免疫檢查點抑制劑相關的嚴重免疫相關不良事件。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**長期療效的評估**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There is a need for long-term follow-up studies to assess the sustained efficacy and safety of atezolizumab plus bevacizumab in unresectable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需要進行長期隨訪研究，以評估阿特珠單抗與貝伐單抗在不可切除HCC中的持續療效和安全性。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**腫瘤微環境的深入研究**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specific components and dynamics of the tumor immune microenvironment in HCC can provide insights into resistance mechanisms and inform treatment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深入研究HCC中腫瘤免疫微環境的具體組成和動態，能提供對抗藥物抵抗機制的見解，並指導治療策略。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**多模式治療的臨床試驗**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Conducting clinical trials that evaluate the efficacy of multimodal treatment approaches, including combining immunotherapy with radiotherapy, is crucial for improving patient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開展臨床試驗，評估多模式治療方法的療效，包括將免疫療法與放療結合，對改善患者預後至關重要。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**AI在臨床決策中的應用**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development of AI-based models for predicting complications in HCC patients could enhance clinical decision-making and personalized treatment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進一步開發基於人工智慧的模型以預測HCC患者的併發症，可能會增強臨床決策和個性化治療策略。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肝癌免疫治療與局部消融文獻週報</dc:title>
  <dc:subject>PptxGenJS Presentation</dc:subject>
  <dc:creator>HCC Weekly Digest</dc:creator>
  <cp:lastModifiedBy>HCC Weekly Digest</cp:lastModifiedBy>
  <cp:revision>1</cp:revision>
  <dcterms:created xsi:type="dcterms:W3CDTF">2026-06-08T01:48:37Z</dcterms:created>
  <dcterms:modified xsi:type="dcterms:W3CDTF">2026-06-08T01:48:37Z</dcterms:modified>
</cp:coreProperties>
</file>