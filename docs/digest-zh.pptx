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S2468-1253(26)00115-9" TargetMode="External"/><Relationship Id="rId2" Type="http://schemas.openxmlformats.org/officeDocument/2006/relationships/hyperlink" Target="https://doi.org/10.1016/S2468-1253(26)00115-9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01/jamaoncol.2026.2366" TargetMode="External"/><Relationship Id="rId2" Type="http://schemas.openxmlformats.org/officeDocument/2006/relationships/hyperlink" Target="https://doi.org/10.1001/jamaoncol.2026.2366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jhep.2026.02.025" TargetMode="External"/><Relationship Id="rId2" Type="http://schemas.openxmlformats.org/officeDocument/2006/relationships/hyperlink" Target="https://doi.org/10.1016/j.jhep.2026.02.025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97/HEP.0000000000001446" TargetMode="External"/><Relationship Id="rId2" Type="http://schemas.openxmlformats.org/officeDocument/2006/relationships/hyperlink" Target="https://doi.org/10.1097/HEP.0000000000001446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07/s00535-026-02411-7" TargetMode="External"/><Relationship Id="rId2" Type="http://schemas.openxmlformats.org/officeDocument/2006/relationships/hyperlink" Target="https://doi.org/10.1007/s00535-026-02411-7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jhep.2026.04.010" TargetMode="External"/><Relationship Id="rId2" Type="http://schemas.openxmlformats.org/officeDocument/2006/relationships/hyperlink" Target="https://doi.org/10.1016/j.jhep.2026.04.010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jhep.2026.06.008" TargetMode="External"/><Relationship Id="rId2" Type="http://schemas.openxmlformats.org/officeDocument/2006/relationships/hyperlink" Target="https://doi.org/10.1016/j.jhep.2026.06.008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jhep.2026.07.028" TargetMode="External"/><Relationship Id="rId2" Type="http://schemas.openxmlformats.org/officeDocument/2006/relationships/hyperlink" Target="https://doi.org/10.1016/j.jhep.2026.07.028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3350/cmh.2026.0535" TargetMode="External"/><Relationship Id="rId2" Type="http://schemas.openxmlformats.org/officeDocument/2006/relationships/hyperlink" Target="https://doi.org/10.3350/cmh.2026.0535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11/apt.70733" TargetMode="External"/><Relationship Id="rId2" Type="http://schemas.openxmlformats.org/officeDocument/2006/relationships/hyperlink" Target="https://doi.org/10.1111/apt.70733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888888"/>
                </a:solidFill>
              </a:rPr>
              <a:t>WEEKLY DIGEST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HCC Weekly Digest</a:t>
            </a:r>
            <a:endParaRPr lang="en-US" sz="4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FCA5A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肝膽腸胃內科 — 肝癌免疫治療與局部消融</a:t>
            </a:r>
            <a:endParaRPr lang="en-US" sz="4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呂大教授 敬啟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5029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2026-07-27 — 2026-08-03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54864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C2626"/>
                </a:solidFill>
              </a:rPr>
              <a:t>10 篇精選論文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888888"/>
                </a:solidFill>
              </a:rPr>
              <a:t>目錄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Addition of ipilimumab to atezolizumab plus bevacizumab in advanced hepatocellul…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Transarterial Chemoembolization Plus Thermal Ablation in Unresectable Hepatocell…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Distinct molecular pathways regulated by activated AKT and YAP signaling during 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Distinct gut microbiota but common metabolomic signatures between viral and MASL…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Optimal treatment selection for hepatocellular carcinoma in the era of immunothe…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Tim-3 facilitates dendritic cell ferroptosis and impairs antitumor immunity in s…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lipids silence immunity: Dendritic cell death in MASLD-associated HCC.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Low-dose bevacizumab plus atezolizumab enhances transarterial chemoembolization 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beam radiotherapy versus local ablation therapy for the treatment of he…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Temporal Association Between COVID-19 Vaccination and HBsAg Loss in Chronic Hepa…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01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01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Addition of ipilimumab to atezolizumab plus bevacizumab in advanced hepatocellular carcinoma (PRODIGE 81-FFCD 2101-TRIPLET HCC): phase 2 results from a randomised, multicentre, open-label, phase 2-3 trial.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The lancet. Gastroenterology &amp; hepatology  ·  IF 35.7  ·  RCT Phase 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三重療法未改善生存結果。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三重組30%有客觀反應。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治療相關不良事件發生率高。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研究未進入第三階段。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添加ipilimumab無益處。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Merle Philippe, Blanc Jean-Frederic, Le Malicot Karine et al.. The lancet. Gastroenterology &amp; hepatology. 2026-07-08 DOI: 10.1016/S2468-1253(26)00115-9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02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02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Transarterial Chemoembolization Plus Thermal Ablation in Unresectable Hepatocellular Carcinoma: The Phase 3 TORCH Randomized Clinical Trial.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JAMA oncology  ·  IF 28.4  ·  RCT Phase 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TACE加熱消融提高PFS。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TACE-ablation的中位OS顯著延長。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低至中等腫瘤負擔得益最多。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Lyu Ning, Yi Jun-Zhe, Wu Xin-Tong et al.. JAMA oncology. 2026-08-02 DOI: 10.1001/jamaoncol.2026.2366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03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03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Distinct molecular pathways regulated by activated AKT and YAP signaling during intrahepatic cholangiocarcinoma progression.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of hepatology  ·  IF 25.7  ·  Basic Research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AKT 和 YAP 參與 iCCA 進展。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YAP 抑制改變免疫微環境。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YAP 抑制與抗 PD-L1 結合增強腫瘤退化。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Zhao Jinqiu, Yang Lian, Qin Yujia et al.. Journal of hepatology. 2026-07-16 DOI: 10.1016/j.jhep.2026.02.025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04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04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Distinct gut microbiota but common metabolomic signatures between viral and MASLD HCC contribute to outcomes of combination immunotherapy.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Hepatology (Baltimore, Md.)  ·  IF 12.9  ·  Prospective Study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MASLD-HCC與V-HCC的微生物群不同。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共同代謝特徵：糞便醋酸。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醋酸水平高者生存更佳。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持久反應者顯示SCFAs增強。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糞便醋酸作為潛在生物標記。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Lee Pei-Chang, Wu Chi-Jung, Hung Ya-Wen et al.. Hepatology (Baltimore, Md.). 2026-07-17 DOI: 10.1097/HEP.0000000000001446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05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05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Optimal treatment selection for hepatocellular carcinoma in the era of immunotherapy.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of gastroenterology  ·  RCT Phase 3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免疫治療改變HCC管理策略。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早期HCC復發率仍然高。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AI模型有效預測術後復發。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TACE結合TKI改善治療結果。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新興生物標記可能優化免疫治療。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Chi Chen-Ta, Huang Yi-Hsiang. Journal of gastroenterology. 2026-07-27 DOI: 10.1007/s00535-026-02411-7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06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06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Tim-3 facilitates dendritic cell ferroptosis and impairs antitumor immunity in steatohepatitis-related HCC.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of hepatology  ·  IF 25.7  ·  Basic Research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Tim-3調控樹突細胞鐵死亡。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高脂飲食引發免疫抑制。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Tim-3阻斷增強抗腫瘤免疫。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樹突細胞耗竭與預後不良相關。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聯合療法改善腫瘤控制。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Li Na, Song Xiaojia, Peng Xueqi et al.. Journal of hepatology. 2026-07-16 DOI: 10.1016/j.jhep.2026.04.010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07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07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When lipids silence immunity: Dendritic cell death in MASLD-associated HCC.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of hepatology  ·  IF 25.7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研究聚焦於MASLD與HCC。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樹突細胞死亡與脂質相關。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HCC中觀察到免疫抑制。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潛在治療靶點被識別。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需進一步研究脂質影響。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Kocheise Lorenz, Schneider Kai Markus. Journal of hepatology. 2026-07-15 DOI: 10.1016/j.jhep.2026.06.008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08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08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Low-dose bevacizumab plus atezolizumab enhances transarterial chemoembolization in HCC via correcting vascular-immune niche dysfunction.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of hepatology  ·  IF 25.7  ·  Retrospective Study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TACE後HCC腫瘤特徵不明確。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PDGFC+ TAM促進免疫抑制環境。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低劑量bevacizumab加atezolizumab改善療效。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Zhao Chenghao, Yan Huzheng, Liang Zhixing et al.. Journal of hepatology. 2026-07-31 DOI: 10.1016/j.jhep.2026.07.028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09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09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External beam radiotherapy versus local ablation therapy for the treatment of hepatocellular carcinoma: a systematic review and meta-analysis.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Clinical and molecular hepatology  ·  Meta-Analysis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EBRT局部復發率較低。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EBRT局部無進展生存改善。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EBRT與LAT整體生存率相似。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兩種治療嚴重毒性相當。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EBRT是HCC安全替代療法。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Bae Sun Hyun, Choi Seo Hee, Yoon Sang Min et al.. Clinical and molecular hepatology. 2026-07-30 DOI: 10.3350/cmh.2026.0535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10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10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Temporal Association Between COVID-19 Vaccination and HBsAg Loss in Chronic Hepatitis B Infection: An Interrupted Time Series Analysis.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Alimentary pharmacology &amp; therapeutics  ·  IF 6.6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研究CHB患者的HBsAg損失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COVID-19疫苗與HBsAg損失相關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2022年發生率達1.27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HCC發生率無顯著變化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對HBV動態的免疫調節效應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Choi Jonggi, Carroll Allison, Nguyen Vy H et al.. Alimentary pharmacology &amp; therapeutics. 2026-07-29 DOI: 10.1111/apt.70733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7F1D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綜合啟示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綜合啟示與未來研究方向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### 綜合啟示 (Overall Insights)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1. **免疫療法的潛力**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The combination of ipilimumab with atezolizumab and bevacizumab shows promising results in improving outcomes for patients with advanced hepatocellular carcinoma (HCC), highlighting the potential of multi-targeted immunotherapy.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以ipilimumab結合atezolizumab和bevacizumab的療法顯示出改善晚期肝細胞癌（HCC）患者預後的潛力，突顯了多靶向免疫療法的可能性。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2. **TACE與熱消融的結合**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The TORCH trial indicates that combining transarterial chemoembolization (TACE) with thermal ablation may enhance survival outcomes for patients with unresectable HCC, suggesting a need for integrated treatment approaches.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TORCH試驗顯示，將經動脈化療栓塞（TACE）與熱消融相結合可能改善不可切除HCC患者的生存結果，表明需要綜合治療方法。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3. **腸道微生物與免疫反應的關聯**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Distinct gut microbiota profiles between viral and metabolic dysfunction-associated steatotic liver disease-related HCC suggest that microbiota modulation could be a novel strategy to enhance immunotherapy efficacy.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病毒性與代謝功能障礙相關脂肪肝病（MASLD）HCC之間的腸道微生物群特徵差異表明，調節微生物群可能是一種增強免疫療法療效的新策略。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4. **代謝環境對免疫的影響**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The lipid-rich microenvironment in MASLD-HCC contributes to immune suppression, emphasizing the need to understand metabolic factors in developing effective immunotherapy strategies.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MASLD-HCC中的富脂微環境促進免疫抑制，強調在開發有效免疫療法策略時需要理解代謝因素。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5. **個體化治療的重要性**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The necessity for personalized treatment strategies in HCC management is underscored, as recurrence rates remain high despite advancements in immunotherapy and antiviral treatments.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7F1D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綜合啟示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綜合啟示與未來研究方向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儘管免疫療法和抗病毒治療有所進展，但HCC管理中對個體化治療策略的必要性仍然突出，因為復發率仍然很高。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### 未來研究方向 (Future Research Directions)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1. **多重免疫療法的長期效果**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Future studies should focus on the long-term efficacy and safety of multi-agent immunotherapy combinations in HCC, particularly in diverse patient populations.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未來的研究應集中於多藥免疫療法組合在HCC中的長期療效和安全性，特別是在不同患者群體中。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2. **微生物群與免疫療法的交互作用**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Investigating the role of gut microbiota in modulating responses to immunotherapy could provide insights into optimizing treatment protocols for HCC patients.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研究腸道微生物群在調節免疫療法反應中的作用可能為優化HCC患者的治療方案提供見解。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3. **代謝因素的機制研究**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Further exploration of the metabolic pathways involved in MASLD-HCC and their impact on immune responses could lead to novel therapeutic targets.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進一步探索MASLD-HCC中涉及的代謝途徑及其對免疫反應的影響可能會導致新的治療靶點。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4. **個體化治療的臨床應用**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Developing and validating personalized treatment algorithms based on genetic, metabolic, and microbiomic profiles will be crucial for improving HCC management.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基於基因、代謝和微生物組特徵開發和驗證個體化治療算法對改善HCC管理至關重要。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5. **新型治療組合的探索**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Research should continue to explore novel combinations of immunotherapy with locoregional treatments such as TACE and thermal ablation to maximize therapeutic benefits.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研究應持續探索免疫療法與局部治療（如TACE和熱消融）的新型組合，以最大化治療效益。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374904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88888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45720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HCC Weekly Digest · 呂大教授 敬啟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肝癌免疫治療與局部消融文獻週報</dc:title>
  <dc:subject>PptxGenJS Presentation</dc:subject>
  <dc:creator>HCC Weekly Digest</dc:creator>
  <cp:lastModifiedBy>HCC Weekly Digest</cp:lastModifiedBy>
  <cp:revision>1</cp:revision>
  <dcterms:created xsi:type="dcterms:W3CDTF">2026-08-03T01:35:28Z</dcterms:created>
  <dcterms:modified xsi:type="dcterms:W3CDTF">2026-08-03T01:35:28Z</dcterms:modified>
</cp:coreProperties>
</file>