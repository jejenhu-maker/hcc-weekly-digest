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5-337617" TargetMode="External"/><Relationship Id="rId2" Type="http://schemas.openxmlformats.org/officeDocument/2006/relationships/hyperlink" Target="https://doi.org/10.1136/gutjnl-2025-33761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4-334562" TargetMode="External"/><Relationship Id="rId2" Type="http://schemas.openxmlformats.org/officeDocument/2006/relationships/hyperlink" Target="https://doi.org/10.1136/gutjnl-2024-33456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C9.0000000000001014" TargetMode="External"/><Relationship Id="rId2" Type="http://schemas.openxmlformats.org/officeDocument/2006/relationships/hyperlink" Target="https://doi.org/10.1097/HC9.000000000000101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vir.2026.108998" TargetMode="External"/><Relationship Id="rId2" Type="http://schemas.openxmlformats.org/officeDocument/2006/relationships/hyperlink" Target="https://doi.org/10.1016/j.jvir.2026.10899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1977" TargetMode="External"/><Relationship Id="rId2" Type="http://schemas.openxmlformats.org/officeDocument/2006/relationships/hyperlink" Target="https://doi.org/10.1016/j.jhepr.2026.1019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114636/" TargetMode="External"/><Relationship Id="rId2" Type="http://schemas.openxmlformats.org/officeDocument/2006/relationships/hyperlink" Target="https://pmc.ncbi.nlm.nih.gov/articles/PMC13114636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2026-08-03 — 2026-08-10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Circulating extracellular vesicles carrying PD-1, PD-L1 and CTLA-4 inform resist…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PCK1 deficiency promotes MASH-HCC progression by 12-HETE-induced CD8+ T cell dys…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Spatiotemporal dynamics of the tumor microenvironment in hepatocellular carcinom…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Aggressive Histologic Subtypes Drive Poor Outcomes after Percutaneous Ablation f…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anti-PD-1 with irreversible electroporation relieves immunosuppression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Inhibitors in Hepatocellular Carcinoma Before and After Liver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Circulating extracellular vesicles carrying PD-1, PD-L1 and CTLA-4 inform resistance to anti-PD-L1-based therapy in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循環EV攜帶PD-1、PD-L1、CTLA-4。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基線EV-IC水平預測治療反應。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動態EV-IC變化顯示獲得性耐藥。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液體活檢提供非侵入性生物標記潛力。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在TKI治療組中無法重現結果。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Gorgulho Jo&amp;#xe3;o, Masood Ramsha, Buescher Gustav et al.. Gut. 2026-08-06 DOI: 10.1136/gutjnl-2025-337617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PCK1 deficiency promotes MASH-HCC progression by 12-HETE-induced CD8+ T cell dysfunction.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PCK1缺失與MASH-HCC進展相關。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12-HETE引起CD8+ T細胞功能障礙。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PCK1恢復增強抗PD-1療效。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Kang, Li Luo, Liu Yi et al.. Gut. 2026-08-06 DOI: 10.1136/gutjnl-2024-334562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Spatiotemporal dynamics of the tumor microenvironment in hepatocellular carcinoma during combination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communications  ·  IF 5.6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ATZ/BEV療法腫瘤回歸有限。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單細胞RNA測序揭示免疫重塑。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CD8+ T細胞增加伴隨耗竭標誌。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TIGIT-PVR/NECTIN2軸在治療後激活。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腫瘤邊緣免疫活性更強。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Iwasaki Hitoshi, Itoh Shinji, Toshida Katsuya et al.. Hepatology communications. 2026-08-07 DOI: 10.1097/HC9.0000000000001014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評估uHCC的組合療法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使用肝動脈化療栓塞(TACE)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增加PD-1抑制劑的效果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呈現第二期臨床試驗結果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與單獨TACE的比較分析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研究評估PD-1抑制劑加lenvatinib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針對晚期不可切除HCC患者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轉化治療後進行序列手術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評估長期生存結果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討論第二期臨床試驗結果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Aggressive Histologic Subtypes Drive Poor Outcomes after Percutaneous Ablation for Early Recurrent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vascular and interventional radiology : JVIR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侵襲性組織學預測不良結果。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研究納入194名手術後病人。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風險模型根據組織學分層。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侵襲性復發模式與組織學相關。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組織學應指導治療計劃。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Gu Kyowon, Lee Min Woo, Han Seungchul et al.. Journal of vascular and interventional radiology : JVIR. 2026-08-04 DOI: 10.1016/j.jvir.2026.108998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Combined anti-PD-1 with irreversible electroporation relieves immunosuppression and reduces hepatocellular carcinoma regrowth.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IRE引發免疫微環境變化。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聯合anti-PD-1減少腫瘤再生。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PMN-MDSCs促進CD8+ T細胞耗竭。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YTHDF2降解HCC中的CXCL10 mRNA。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需臨床試驗驗證效果。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Huo Jihui, Wang Lina, Lei Kai et al.. JHEP reports : innovation in hepatology. 2026-08-03 DOI: 10.1016/j.jhepr.2026.101977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放射治療與局部消融比較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針對肝細胞癌（HCC）治療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評估局部無進展生存期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包括射頻與微波消融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進行系統性回顧與統合分析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聯合療法顯示改善效果。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ICIs增強HCC免疫反應。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介入療法選擇包括消融。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Immune Checkpoint Inhibitors in Hepatocellular Carcinoma Before and After Liver Transplantation: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肝癌免疫檢查點抑制劑回顧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關注肝移植前後的療效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涵蓋PD-1、PD-L1和CTLA-4療法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評估療效與安全性結果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強調改善患者生存的潛力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Dituri, L Carrieri, M Mosaico.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**生物標記物的必要性 (Necessity of Biomarkers)**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免疫檢查點抑制劑（ICI）在肝細胞癌（HCC）中的應用顯示，僅約30%的患者對治療有反應，強調了基於生物標記物的患者選擇的重要性。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application of immune checkpoint inhibitors (ICIs) in hepatocellular carcinoma (HCC) reveals that only about 30% of patients respond to treatment, highlighting the importance of biomarker-driven patient selection.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**代謝重編程的影響 (Impact of Metabolic Reprogramming)**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代謝功能障礙相關的肝炎（MASH-HCC）對免疫檢查點抑制劑的反應較差，這可能與腫瘤細胞的代謝重編程及腫瘤微環境的異常有關。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Metabolic dysfunction-associated steatohepatitis-related hepatocellular carcinoma (MASH-HCC) shows poor response to immune checkpoint inhibitors, potentially linked to metabolic reprogramming of tumor cells and abnormal tumor microenvironment.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**免疫微環境的時空動態 (Spatiotemporal Dynamics of Immune Microenvironment)**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Atezolizumab與Bevacizumab的聯合療法在HCC中的免疫重塑過程尚未完全了解，這對治療效果的預測至關重要。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spatiotemporal immune remodeling associated with the combination therapy of Atezolizumab and Bevacizumab in HCC remains poorly understood, which is crucial for predicting treatment outcomes.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**局部消融與免疫治療的結合 (Combination of Local Ablation and Immunotherapy)**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局部消融技術如不可逆電穿孔（IRE）顯示出與免疫治療結合的潛力，能夠減輕免疫抑制並降低肝癌的再生長。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Local ablation techniques such as irreversible electroporation (IRE) demonstrate potential when combined with immunotherapy, alleviating immunosuppression and reducing hepatocellular carcinoma regrowth.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**不同組合療法的效果 (Effects of Different Combination Therapies)**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將免疫檢查點抑制劑與介入療法結合的策略顯示出潛在的療效，但仍需進一步研究以確定最佳的治療組合。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Strategies combining immune checkpoint inhibitors with interventional therapies show potential efficacy, but further research is needed to determine the optimal treatment combinations.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**生物標記物的開發 (Development of Biomarkers)**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需要進一步開發和驗證能夠預測HCC患者對免疫檢查點抑制劑反應的生物標記物，以實現個性化治療。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development and validation of biomarkers that can predict HCC patient responses to immune checkpoint inhibitors are needed for personalized treatment.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**代謝機制的深入研究 (In-depth Study of Metabolic Mechanisms)**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研究MASH-HCC的代謝機制及其對免疫治療的影響，以探索新的治療策略。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metabolic mechanisms of MASH-HCC and their impact on immunotherapy could uncover new therapeutic strategies.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**腫瘤微環境的動態觀察 (Dynamic Observation of Tumor Microenvironment)**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進行長期的腫瘤微環境動態觀察，以更好地理解免疫重塑對治療結果的影響。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long-term dynamic observations of the tumor microenvironment to better understand the impact of immune remodeling on treatment outcomes.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**新型局部消融技術的評估 (Evaluation of Novel Local Ablation Techniques)**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評估新型局部消融技術與免疫治療結合的效果，以提高HCC的治療效果。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Evaluating the efficacy of novel local ablation techniques in combination with immunotherapy to enhance treatment outcomes for HCC.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**臨床試驗的設計 (Design of Clinical Trials)**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設計針對不同組合療法的臨床試驗，以確定最佳的治療方案和患者選擇策略。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Designing clinical trials targeting various combination therapies to determine the best treatment regimens and patient selection strategies.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2026-08-10T01:32:21Z</dcterms:created>
  <dcterms:modified xsi:type="dcterms:W3CDTF">2026-08-10T01:32:21Z</dcterms:modified>
</cp:coreProperties>
</file>