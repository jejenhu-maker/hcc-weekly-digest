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S1470-2045(26)00278-0" TargetMode="External"/><Relationship Id="rId2" Type="http://schemas.openxmlformats.org/officeDocument/2006/relationships/hyperlink" Target="https://doi.org/10.1016/S1470-2045(26)00278-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jhepr.2026.102021" TargetMode="External"/><Relationship Id="rId2" Type="http://schemas.openxmlformats.org/officeDocument/2006/relationships/hyperlink" Target="https://doi.org/10.1016/j.jhepr.2026.10202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esmogo.2026.100402" TargetMode="External"/><Relationship Id="rId2" Type="http://schemas.openxmlformats.org/officeDocument/2006/relationships/hyperlink" Target="https://doi.org/10.1016/j.esmogo.2026.100402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trv.2026.103194" TargetMode="External"/><Relationship Id="rId2" Type="http://schemas.openxmlformats.org/officeDocument/2006/relationships/hyperlink" Target="https://doi.org/10.1016/j.ctrv.2026.103194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4366/usg.26158" TargetMode="External"/><Relationship Id="rId2" Type="http://schemas.openxmlformats.org/officeDocument/2006/relationships/hyperlink" Target="https://doi.org/10.14366/usg.26158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jhepr.2026.101915" TargetMode="External"/><Relationship Id="rId2" Type="http://schemas.openxmlformats.org/officeDocument/2006/relationships/hyperlink" Target="https://doi.org/10.1016/j.jhepr.2026.101915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7/HC9.0000000000001014" TargetMode="External"/><Relationship Id="rId2" Type="http://schemas.openxmlformats.org/officeDocument/2006/relationships/hyperlink" Target="https://doi.org/10.1097/HC9.0000000000001014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drup.2026.101440" TargetMode="External"/><Relationship Id="rId2" Type="http://schemas.openxmlformats.org/officeDocument/2006/relationships/hyperlink" Target="https://doi.org/10.1016/j.drup.2026.10144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ature.com/articles/s41392-025-02498-z" TargetMode="External"/><Relationship Id="rId2" Type="http://schemas.openxmlformats.org/officeDocument/2006/relationships/hyperlink" Target="https://www.nature.com/articles/s41392-025-02498-z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ature.com/articles/s41392-026-02708-2" TargetMode="External"/><Relationship Id="rId2" Type="http://schemas.openxmlformats.org/officeDocument/2006/relationships/hyperlink" Target="https://www.nature.com/articles/s41392-026-02708-2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88888"/>
                </a:solidFill>
              </a:rPr>
              <a:t>WEEKLY DIGEST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HCC Weekly Digest</a:t>
            </a:r>
            <a:endParaRPr lang="en-US" sz="4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CA5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肝膽腸胃內科 — 肝癌免疫治療與局部消融</a:t>
            </a:r>
            <a:endParaRPr lang="en-US" sz="4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呂大教授 敬啟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502920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2026-08-31 — 2026-09-07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48640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</a:rPr>
              <a:t>10 篇精選論文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</a:rPr>
              <a:t>目錄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Durvalumab and tremelimumab, with or without lenvatinib, combined with transarte…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Perioperative strategies for the treatment of HCC.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multicenter pilot study of nivolumab with drug-eluting bead transarterial chem…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the path to cure - a narrative review on optimizing multimodality sequ…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radiofrequency ablation using an Octopus multipurpose electrode for sma…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predictors of response to atezolizumab/bevacizumab in Child-Pugh B pati…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Spatiotemporal dynamics of the tumor microenvironment in hepatocellular carcinom…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Perioperative tislelizumab for early-stage hepatocellular carcinoma: A phase II 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plus transarterial chemoembolization and PD-1 inhibitors as conversion therapi…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(PD-1 inhibitor) plus lenvatinib as conversion therapy followed by sequential …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01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01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Durvalumab and tremelimumab, with or without lenvatinib, combined with transarterial chemoembolisation in participants with embolisation-eligible hepatocellular carcinoma (EMERALD-3): a global, randomised, open-label, sponsor-blinded, phase 3 study.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The Lancet. Oncology  ·  IF 41.6  ·  RCT Phase 3  ·  🌏 Asia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Kudo Masatoshi, Abou-Alfa Ghassan K, Ren Zhenggang et al.. The Lancet. Oncology. 2026-08-24 DOI: 10.1016/S1470-2045(26)00278-0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02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02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Perioperative strategies for the treatment of HCC.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JHEP reports : innovation in hepatology  ·  IF 7.8  ·  RCT Phase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D'Alessio Antonio, Krendl Felix J, Parente Alessandro et al.. JHEP reports : innovation in hepatology. 2026-09-03 DOI: 10.1016/j.jhepr.2026.102021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03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03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multicenter pilot study of nivolumab with drug-eluting bead transarterial chemoembolization in patients with liver-limited hepatocellular carcinoma.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ESMO gastrointestinal oncology  ·  RCT Phase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Harding J J, Fitzpatrick O M, Chou J F et al.. ESMO gastrointestinal oncology. 2026-08-28 DOI: 10.1016/j.esmogo.2026.100402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04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04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Expanding the path to cure - a narrative review on optimizing multimodality sequencing in HCC.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Cancer treatment reviews  ·  RCT Phase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Lim Howard J, Vogel Arndt, Dunne Emma M et al.. Cancer treatment reviews. 2026-09-06 DOI: 10.1016/j.ctrv.2026.103194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05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05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Adaptive radiofrequency ablation using an Octopus multipurpose electrode for small hepatocellular carcinoma adjacent to critical structures: a prospective single-center pilot feasibility study.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Ultrasonography (Seoul, Korea)  ·  Prospective Study  ·  🌏 Asia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Lee Jeong Min, Kim Jae Hyun, Jo Gyeong Deok et al.. Ultrasonography (Seoul, Korea). 2026-09-03 DOI: 10.14366/usg.26158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06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06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Clinical predictors of response to atezolizumab/bevacizumab in Child-Pugh B patients with hepatocellular carcinoma.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JHEP reports : innovation in hepatology  ·  IF 7.8  ·  Retrospective Study  ·  🌏 Asia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Odent Anne-Victoire, Campani Claudia, Bouattour Mohamed et al.. JHEP reports : innovation in hepatology. 2026-08-27 DOI: 10.1016/j.jhepr.2026.101915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07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07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Spatiotemporal dynamics of the tumor microenvironment in hepatocellular carcinoma during combination immunotherapy.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Hepatology communications  ·  IF 5.6  ·  🌏 Asia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Iwasaki Hitoshi, Itoh Shinji, Toshida Katsuya et al.. Hepatology communications. 2026-08-07 DOI: 10.1097/HC9.0000000000001014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08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08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Perioperative tislelizumab for early-stage hepatocellular carcinoma: A phase II trial with integrated tumour microenvironment profiling and predictive modeling.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Drug resistance updates : reviews and commentaries in antimicrobial and anticancer chemotherapy  ·  RCT Phase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Chen Lu, Han Ruyu, Zhai Shujie et al.. Drug resistance updates : reviews and commentaries in antimicrobial and anticancer chemotherapy. 2026-07-23 DOI: 10.1016/j.drup.2026.101440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09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09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 plus transarterial chemoembolization and PD-1 inhibitors as conversion therapies for unresectable intermediate-advanced hepatocellular carcinoma: a phase 2 trial 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… and Targeted Therapy  ·  RCT Phase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X Zhang, H Cai, W Peng. … and Targeted Therapy. 2026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10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10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 (PD-1 inhibitor) plus lenvatinib as conversion therapy followed by sequential surgery (SILENSES) for advanced unresectable hepatocellular carcinoma: a phase II 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… and Targeted Therapy  ·  RCT Phase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S Lu, W Zhang, J Li. … and Targeted Therapy. 2026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F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88888"/>
                </a:solidFill>
              </a:rPr>
              <a:t>綜合啟示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綜合啟示與未來研究方向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(Generati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F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88888"/>
                </a:solidFill>
              </a:rPr>
              <a:t>綜合啟示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綜合啟示與未來研究方向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on failed)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HCC Weekly Digest · 呂大教授 敬啟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肝癌免疫治療與局部消融文獻週報</dc:title>
  <dc:subject>PptxGenJS Presentation</dc:subject>
  <dc:creator>HCC Weekly Digest</dc:creator>
  <cp:lastModifiedBy>HCC Weekly Digest</cp:lastModifiedBy>
  <cp:revision>1</cp:revision>
  <dcterms:created xsi:type="dcterms:W3CDTF">2026-09-07T05:34:51Z</dcterms:created>
  <dcterms:modified xsi:type="dcterms:W3CDTF">2026-09-07T05:34:51Z</dcterms:modified>
</cp:coreProperties>
</file>