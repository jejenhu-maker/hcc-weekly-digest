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hyperlink" Target="https://doi.org/10.2169/internalmedicine.6021-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2026-04-12 — 2026-04-19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Efficacy and Safety of Atezolizumab Plus Bevacizumab after Durvalumab Plus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癌症標誌指導治療策略。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HCC具免疫逃逸特徵。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免疫療法改善晚期HCC預後。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iCCA有獨特基因變異可精準治療。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未來策略可提升肝癌管理。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測試新輔助SBRT加免疫治療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8名可切除HCC患者的初步研究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安全性指標：僅一例3級不良事件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所有切除患者均達R0切除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觀察到抗癌免疫浸潤增加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肝切除影響抗PD-1療法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研究在小鼠HCC模型中進行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新輔助療效保持不變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Lactobacillus johnsonii 增強 CD8+ T 細胞擴增。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較高 Lactobacillus 水準預測無病生存期。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Nicotinic acid 激活 T 細胞 NF-κB 路徑。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聯合療法減少腫瘤生長與復發。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CD8+ T 細胞對 L. johnsonii 效能至關重要。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CAFs 促進 HCC 的免疫抑制。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NNMT 調控 ANGPTL4 分泌。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ANGPTL4 增加 PD-L1 表達。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 NNMT-ANGPTL4 恢復 T 細胞活性。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聯合療法改善免疫治療效果。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Fc區域影響PD-1療法效果。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肝臟中PD-1+ CD8 T細胞耗竭。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病毒滴度受Fc依賴性影響。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吞噬細胞介導T細胞耗竭。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對肝癌療法的啟示。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針對PVTT的HCC二期研究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HAIC結合lenvatinib和PD-1抑制劑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與lenvatinib和PD-1單獨療法比較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從不良預後到治癒策略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改善患者預後的潛力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 與 PD-1 抑制劑聯合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 uHCC 患者的第二期試驗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評估與單獨 TACE 的療效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Tremelimumab for the Treatment of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Internal medicine (Tokyo, Japan)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Atez+Bev 在 HCC 中 ORR 為 25%。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75% DCR 顯示良好疾病控制。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不良事件在兩種療法間不同。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先前的 Dur+Tre 可能增強免疫反應。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序列治療是一個可行選擇。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局部消融療法包括RFA和微波消融。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EBRT與局部消融結果不同。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系統評估局部無進展生存率。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Future Directions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**免疫治療的潛力**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Potential of Immunotherapy**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免疫治療在晚期肝細胞癌（HCC）中顯示出顯著的療效，尤其在早期階段的應用仍需進一步探索。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shown significant efficacy in advanced hepatocellular carcinoma (HCC), particularly its application in earlier stages remains to be further explored.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**腫瘤微環境的重塑**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**Remodeling of Tumor Microenvironment**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新的療法如新輔助立體定向放射治療結合免疫治療能有效重塑HCC的腫瘤微環境，增強治療反應。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Novel therapies such as neoadjuvant stereotactic body radiation therapy combined with immunotherapy can effectively remodel the HCC tumor microenvironment, enhancing treatment responses.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**Role of Cancer-Associated Fibroblasts**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癌症相關成纖維細胞（CAFs）在HCC中促進免疫抑制，揭示了其作為潛在治療靶點的重要性。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promote immunosuppression in HCC, highlighting their importance as potential therapeutic targets.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**Challenges of Postoperative Recurrence**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雖然手術切除對早期HCC有效，但術後復發仍是主要的臨床挑戰，需深入研究其機制。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While surgical resection is effective for early-stage HCC, postoperative recurrence remains a major clinical challenge that requires deeper investigation into its mechanisms.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**多模態治療策略的必要性**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**Necessity of Multimodal Treatment Strategies**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對於不可切除的中晚期HCC，結合局部消融、化療和免疫治療的多模態策略顯示出潛在的療效。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For unresectable intermediate-advanced HCC, multimodal strategies combining local ablation, chemotherapy, and immunotherapy show potential efficacy.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**早期階段免疫治療的最佳化**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**Optimization of Immunotherapy in Early Stages**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需進一步研究如何在早期肝細胞癌中最佳化免疫治療的使用，以提高療效。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research is needed to optimize the use of immunotherapy in early-stage hepatocellular carcinoma to enhance efficacy.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**腫瘤微環境的深入分析**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**In-depth Analysis of Tumor Microenvironment**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對腫瘤微環境的組成及其對免疫反應的影響進行深入研究，以開發新療法。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In-depth studies on the composition of the tumor microenvironment and its impact on immune responses are essential for developing new therapies.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**癌症相關成纖維細胞的代謝調控**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**Metabolic Regulation of Cancer-Associated Fibroblasts**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探索癌症相關成纖維細胞的代謝調控機制，以尋找新的免疫治療靶點。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Exploring the metabolic regulatory mechanisms of cancer-associated fibroblasts to identify new immunotherapeutic targets is crucial.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**多模態治療的臨床試驗**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**Clinical Trials on Multimodal Treatments**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設計針對不可切除HCC的多模態治療的臨床試驗，以評估其安全性和有效性。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Designing clinical trials for multimodal treatments targeting unresectable HCC to evaluate their safety and efficacy is essential.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**個體化治療策略的發展**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**Development of Personalized Treatment Strategies**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基於患者的基因組學和腫瘤特徵，發展個體化的治療策略以提高治療效果。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Developing personalized treatment strategies based on patient genomics and tumor characteristics to improve treatment outcomes is vital.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2026-04-19T09:54:22Z</dcterms:created>
  <dcterms:modified xsi:type="dcterms:W3CDTF">2026-04-19T09:54:22Z</dcterms:modified>
</cp:coreProperties>
</file>