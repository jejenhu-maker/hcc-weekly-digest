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ccell.2026.06.010" TargetMode="External"/><Relationship Id="rId2" Type="http://schemas.openxmlformats.org/officeDocument/2006/relationships/hyperlink" Target="https://doi.org/10.1016/j.ccell.2026.06.010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58/1078-0432.CCR-25-4943" TargetMode="External"/><Relationship Id="rId2" Type="http://schemas.openxmlformats.org/officeDocument/2006/relationships/hyperlink" Target="https://doi.org/10.1158/1078-0432.CCR-25-4943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ccell.2026.05.001" TargetMode="External"/><Relationship Id="rId2" Type="http://schemas.openxmlformats.org/officeDocument/2006/relationships/hyperlink" Target="https://doi.org/10.1016/j.ccell.2026.05.00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ciencedirect.com/science/article/pii/S2589555925003404" TargetMode="External"/><Relationship Id="rId2" Type="http://schemas.openxmlformats.org/officeDocument/2006/relationships/hyperlink" Target="https://www.sciencedirect.com/science/article/pii/S2589555925003404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58/1078-0432.CCR-25-4779" TargetMode="External"/><Relationship Id="rId2" Type="http://schemas.openxmlformats.org/officeDocument/2006/relationships/hyperlink" Target="https://doi.org/10.1158/1078-0432.CCR-25-4779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5009/gnl250532" TargetMode="External"/><Relationship Id="rId2" Type="http://schemas.openxmlformats.org/officeDocument/2006/relationships/hyperlink" Target="https://doi.org/10.5009/gnl250532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07/s12672-026-05539-3" TargetMode="External"/><Relationship Id="rId2" Type="http://schemas.openxmlformats.org/officeDocument/2006/relationships/hyperlink" Target="https://doi.org/10.1007/s12672-026-05539-3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nature.com/articles/s41392-025-02498-z" TargetMode="External"/><Relationship Id="rId2" Type="http://schemas.openxmlformats.org/officeDocument/2006/relationships/hyperlink" Target="https://www.nature.com/articles/s41392-025-02498-z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38/s41467-026-75422-w" TargetMode="External"/><Relationship Id="rId2" Type="http://schemas.openxmlformats.org/officeDocument/2006/relationships/hyperlink" Target="https://doi.org/10.1038/s41467-026-75422-w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38/s41467-026-73485-3" TargetMode="External"/><Relationship Id="rId2" Type="http://schemas.openxmlformats.org/officeDocument/2006/relationships/hyperlink" Target="https://doi.org/10.1038/s41467-026-73485-3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888888"/>
                </a:solidFill>
              </a:rPr>
              <a:t>WEEKLY DIGEST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HCC Weekly Digest</a:t>
            </a:r>
            <a:endParaRPr lang="en-US" sz="4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CA5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肝膽腸胃內科 — 肝癌免疫治療與局部消融</a:t>
            </a:r>
            <a:endParaRPr lang="en-US" sz="4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呂大教授 敬啟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5029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2026-07-13 — 2026-07-20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54864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C2626"/>
                </a:solidFill>
              </a:rPr>
              <a:t>10 篇精選論文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888888"/>
                </a:solidFill>
              </a:rPr>
              <a:t>目錄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PD-1 blockade unleashes local hepatitis B virus-related B cell response inhibiti…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Long-term Survival and Cure Fraction in Patients with Advanced Hepatocellular Ca…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Targeting tumor-intrinsic STK40 induces immune vulnerability and drives T cell r…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Pembrolizumab and stereotactic body radiotherapy combined in advanced hepatocell…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Neoadjuvant Stereotactic Body Radiotherapy plus Immune Therapy Favorably Remodel…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Second-Line and Subsequent Therapies after Atezolizumab Plus Bevacizumab Treatme…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Mechanistic synergies and optimal sequencing of anti&amp;#x2011;VEGF plus immune che…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 plus transarterial chemoembolization and PD-1 inhibitors as conversion therapi…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Disrupting fumarylacetoacetate hydrolase by stratified nanoplatforms orchestrate…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Nrf2-mediated metabolic reprogramming drives regulatory T cell accumulation in h…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01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01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PD-1 blockade unleashes local hepatitis B virus-related B cell response inhibiting hepatocellular carcinoma.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Cancer cell  ·  IF 48.8  ·  RCT Phase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PD-1 阻斷增強 B 細胞反應。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識別出不同 T 細胞和 B 細胞亞型。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HBcAg 觸發局部 B 細胞活化。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補體活化介導抗腫瘤效果。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研究支持抗 PD-1 治療療效。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Chen Shuling, Wang Yuanqi, Chen Jingying et al.. Cancer cell. 2026-07-16 DOI: 10.1016/j.ccell.2026.06.010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02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02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Long-term Survival and Cure Fraction in Patients with Advanced Hepatocellular Carcinoma under Immunotherapy in Randomized Controlled Trials and Real-world Data.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Clinical cancer research : an official journal of the American Association for Cancer Research  ·  IF 11.5  ·  RCT Phase 3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免疫檢查點抑制劑提升存活率。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長期存活率介於10%至15%。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治癒比例估計為7%至9%。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Durvalumab-tremelimumab顯示良好結果。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白蛋白-膽紅素得分預測存活結果。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Campani Claudia, Shim Ju Hyun, Bouattour Mohamed et al.. Clinical cancer research : an official journal of the American Association for Cancer Research. 2026-07-17 DOI: 10.1158/1078-0432.CCR-25-4943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03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03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Targeting tumor-intrinsic STK40 induces immune vulnerability and drives T cell reinvigoration.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Cancer cell  ·  IF 48.8  ·  Basic Research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STK40被認定為免疫逃逸調節因子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去除STK40增強PD-1療效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STK40缺失防止HCC腫瘤形成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STK40缺失穩定IFNGR1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藥物抑制顯示強效抗腫瘤效果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Zhu Lili, Zhang Sisi, Li Botai et al.. Cancer cell. 2026-07-14 DOI: 10.1016/j.ccell.2026.05.001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04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04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Pembrolizumab and stereotactic body radiotherapy combined in advanced hepatocellular carcinoma post sorafenib–A phase II trial (PEMRAD)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JHEP Reports  ·  IF 7.8  ·  RCT Phase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結合 pembrolizumab 和 SBRT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針對晚期 HCC 的二期試驗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評估索拉非尼後療效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觀察到改善的病人結果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增強免疫反應的潛力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GM O'Kane, A Mesci, RW Jang. JHEP Reports.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05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05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Neoadjuvant Stereotactic Body Radiotherapy plus Immune Therapy Favorably Remodels the Hepatocellular Carcinoma Tumor Microenvironment.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Clinical cancer research : an official journal of the American Association for Cancer Research  ·  IF 11.5  ·  Prospective Study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使用新輔助SBRT和免疫療法。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進行8名患者的初步研究。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僅1名患者出現3級不良事件。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所有患者達到邊緣陰性切除。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治療後觀察到免疫浸潤增加。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Cosner Zoe, Guo Zhoubo, Nawrocki Cole et al.. Clinical cancer research : an official journal of the American Association for Cancer Research. 2026-07-17 DOI: 10.1158/1078-0432.CCR-25-4779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06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06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Second-Line and Subsequent Therapies after Atezolizumab Plus Bevacizumab Treatment in Hepatocellular Carcinoma: A Multicenter Prospective Cohort Study.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Gut and liver  ·  Prospective Study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評估二線及三線治療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Lenvatinib PFS優於sorafenib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Regorafenib顯示OS改善趨勢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序列治療結果更佳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AtezoBev暴露時間長與OS相關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Cho Yuri, Lee Jeong-Hoon, Ryoo Baek-Yeol et al.. Gut and liver. 2026-07-14 DOI: 10.5009/gnl250532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07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07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Mechanistic synergies and optimal sequencing of anti&amp;#x2011;VEGF plus immune checkpoint inhibition in gastrointestinal cancers.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Discover oncology  ·  RCT Phase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抗VEGF與ICI聯合療法提升療效。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Atezolizumab加Bevacizumab在晚期HCC有效。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最佳序列策略對療效至關重要。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Lorestani Parsa, Robat-Jazi Behrouz, Nejati Negar et al.. Discover oncology. 2026-07-17 DOI: 10.1007/s12672-026-05539-3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08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08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… plus transarterial chemoembolization and PD-1 inhibitors as conversion therapies for unresectable intermediate-advanced hepatocellular carcinoma: a phase 2 trial …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… and Targeted Therapy  ·  RCT Phase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針對不可切除HCC的組合療法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使用肝動脈化療栓塞(TACE)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PD-1抑制劑提升治療效果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第二期試驗顯示良好結果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有潛力轉變為可切除疾病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X Zhang, H Cai, W Peng. … and Targeted Therapy.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09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09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Disrupting fumarylacetoacetate hydrolase by stratified nanoplatforms orchestrates metabolic-immune reprogramming and prevents post-ablation HCC relapse.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Nature communications  ·  IF 14.7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FAH 上調促進 HCC 复发。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Fumarate 增強能量代謝及 CD8+ T 細胞受損。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工程納米平台破壞 FAH-fumarate-HSP70 軸。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靶向釋放治療劑改善療效。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結合代謝阻斷與免疫調節防止 HCC。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Hong Zhiwen, Liu Xiaolong, A Rouhan et al.. Nature communications. 2026-07-14 DOI: 10.1038/s41467-026-75422-w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10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10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Nrf2-mediated metabolic reprogramming drives regulatory T cell accumulation in hepatocellular carcinoma.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Nature communications  ·  IF 14.7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HCC中的Tregs活化Nrf2途徑。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Nrf2增強Treg的存活與功能。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靶向Nrf2可減少Treg積累。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Treg中高Nrf2與預後不良相關。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Nrf2調節可能改善免疫治療效果。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Perpi&amp;#xf1;&amp;#xe1;n E, Sompairac N, Marin Correa D et al.. Nature communications. 2026-07-13 DOI: 10.1038/s41467-026-73485-3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7F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綜合啟示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綜合啟示與未來研究方向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### 綜合啟示 (Overall Insights)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1. **免疫療法的潛力**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Immunotherapy, particularly PD-1 blockade, shows significant promise in enhancing local immune responses against hepatocellular carcinoma (HCC), especially in patients with underlying hepatitis B virus infection.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免疫療法，特別是PD-1抑制劑，顯示出在增強對肝細胞癌（HCC）的局部免疫反應方面的顯著潛力，尤其是在有乙型肝炎病毒感染的患者中。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2. **長期生存率的提升**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Immune checkpoint inhibitors (ICIs) can lead to long-term survival and potential cures in HCC, indicating the need for further exploration of their efficacy in various stages of the disease.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免疫檢查點抑制劑（ICIs）能夠提高HCC的長期生存率並有潛在治癒的可能，這表明需要進一步探索其在不同疾病階段的療效。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3. **腫瘤微環境的重塑**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Combining immunotherapy with locoregional therapies, such as stereotactic body radiotherapy, can favorably remodel the tumor microenvironment, enhancing treatment outcomes.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將免疫療法與局部治療（如立體定向體放療）結合，可以有利於重塑腫瘤微環境，從而改善治療結果。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4. **抵抗機制的探索**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Identifying novel regulators of immune responses, such as STK40, is crucial for understanding resistance mechanisms in HCC and developing more effective therapies.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確定免疫反應的新調節因子（如STK40）對於理解HCC中的抵抗機制和開發更有效的療法至關重要。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5. **代謝和免疫重編程**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Targeting metabolic pathways in HCC can disrupt immunosuppressive environments and prevent recurrence post-ablation, highlighting the interplay between metabolism and immunity.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7F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綜合啟示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綜合啟示與未來研究方向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針對HCC中的代謝途徑可以破壞免疫抑制環境並防止消融後的復發，突顯了代謝與免疫之間的相互作用。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### 未來研究方向 (Future Research Directions)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1. **個性化療法的發展**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Further studies should focus on personalized immunotherapy approaches that consider the unique tumor microenvironment and patient-specific factors in HCC.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未來的研究應集中於個性化免疫療法的發展，考慮HCC中獨特的腫瘤微環境和患者特定因素。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2. **多重療法的組合**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Investigating the synergistic effects of combining immune checkpoint inhibitors with other treatments, such as targeted therapies and locoregional approaches, to improve patient outcomes.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探索將免疫檢查點抑制劑與其他治療（如靶向療法和局部療法）組合的協同效應，以改善患者預後。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3. **抵抗機制的深入研究**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More research is needed to elucidate the mechanisms of resistance to immunotherapy in HCC, particularly focusing on metabolic adaptations and immune evasion strategies.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需要更多研究來闡明HCC中對免疫療法的抵抗機制，特別是集中於代謝適應和免疫逃逸策略。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4. **早期介入的臨床試驗**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Conducting clinical trials on the efficacy of immunotherapy in earlier stages of HCC, to establish optimal treatment protocols and timing.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開展關於免疫療法在HCC早期階段療效的臨床試驗，以確立最佳治療方案和時機。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5. **代謝與免疫的交互作用**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Investigating the metabolic reprogramming in HCC and its impact on immune cell function, aiming to develop strategies that can enhance anti-tumor immunity.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研究HCC中的代謝重編程及其對免疫細胞功能的影響，旨在開發可以增強抗腫瘤免疫的策略。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374904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8888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45720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HCC Weekly Digest · 呂大教授 敬啟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肝癌免疫治療與局部消融文獻週報</dc:title>
  <dc:subject>PptxGenJS Presentation</dc:subject>
  <dc:creator>HCC Weekly Digest</dc:creator>
  <cp:lastModifiedBy>HCC Weekly Digest</cp:lastModifiedBy>
  <cp:revision>1</cp:revision>
  <dcterms:created xsi:type="dcterms:W3CDTF">2026-07-20T04:33:15Z</dcterms:created>
  <dcterms:modified xsi:type="dcterms:W3CDTF">2026-07-20T04:33:15Z</dcterms:modified>
</cp:coreProperties>
</file>