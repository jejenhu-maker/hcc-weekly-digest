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S2468-1253(26)00212-8" TargetMode="External"/><Relationship Id="rId2" Type="http://schemas.openxmlformats.org/officeDocument/2006/relationships/hyperlink" Target="https://doi.org/10.1016/S2468-1253(26)00212-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jhepr.2026.102002" TargetMode="External"/><Relationship Id="rId2" Type="http://schemas.openxmlformats.org/officeDocument/2006/relationships/hyperlink" Target="https://doi.org/10.1016/j.jhepr.2026.10200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oncolo/oyag343" TargetMode="External"/><Relationship Id="rId2" Type="http://schemas.openxmlformats.org/officeDocument/2006/relationships/hyperlink" Target="https://doi.org/10.1093/oncolo/oyag34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ure.com/articles/s41392-025-02498-z" TargetMode="External"/><Relationship Id="rId2" Type="http://schemas.openxmlformats.org/officeDocument/2006/relationships/hyperlink" Target="https://www.nature.com/articles/s41392-025-02498-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ature.com/articles/s41392-026-02708-2" TargetMode="External"/><Relationship Id="rId2" Type="http://schemas.openxmlformats.org/officeDocument/2006/relationships/hyperlink" Target="https://www.nature.com/articles/s41392-026-02708-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advs.77337" TargetMode="External"/><Relationship Id="rId2" Type="http://schemas.openxmlformats.org/officeDocument/2006/relationships/hyperlink" Target="https://doi.org/10.1002/advs.7733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80/23723556.2026.2715876" TargetMode="External"/><Relationship Id="rId2" Type="http://schemas.openxmlformats.org/officeDocument/2006/relationships/hyperlink" Target="https://doi.org/10.1080/23723556.2026.271587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andfonline.com/doi/abs/10.1080/02656736.2026.2713200" TargetMode="External"/><Relationship Id="rId2" Type="http://schemas.openxmlformats.org/officeDocument/2006/relationships/hyperlink" Target="https://www.tandfonline.com/doi/abs/10.1080/02656736.2026.271320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-cmh.org/journal/view.php?number=2510" TargetMode="External"/><Relationship Id="rId2" Type="http://schemas.openxmlformats.org/officeDocument/2006/relationships/hyperlink" Target="https://www.e-cmh.org/journal/view.php?number=251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ciencedirect.com/science/article/pii/S0748798326001253" TargetMode="External"/><Relationship Id="rId2" Type="http://schemas.openxmlformats.org/officeDocument/2006/relationships/hyperlink" Target="https://www.sciencedirect.com/science/article/pii/S074879832600125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</a:rPr>
              <a:t>WEEKLY DIGEST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HCC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Digest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Prof. Lu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2026-08-24 — 2026-08-31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4864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</a:rPr>
              <a:t>10 Selected Papers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transarterial chemoembolisation combined with atezolizumab and bevaciz…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Atezolizumab-Bevacizumab with or without Cisplatin-based HAIC for Unresectable H…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Study of Futibatinib in Combination with Pembrolizumab in Patients with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plus transarterial chemoembolization and PD-1 inhibitors as conversion therapi…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(PD-1 inhibitor) plus lenvatinib as conversion therapy followed by sequential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Defect-Engineered BiO2-X Nanosheets Mediate Sono-Thermomechanical ECM Remodeling…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glucose uptake promotes the survival of hepatocellular carcinoma cells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Cryoablation versus radiofrequency ablation for hepatocellular carcinoma: a syst…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beam radiotherapy versus local ablation therapy for the treatment of he…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the role of minimally invasive surgical thermal ablation in liver malig…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01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01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On-demand transarterial chemoembolisation combined with atezolizumab and bevacizumab in patients with untreated hepatocellular carcinoma (TALENTACE): a multicentre, randomised, open-label, phase 3 trial.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The lancet. Gastroenterology &amp; hepatology  ·  IF 35.7  ·  RCT Phase 3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Kudo Masatoshi, Ogasawara Sadahisa, Liu Ruibao et al.. The lancet. Gastroenterology &amp; hepatology. 2026-08-25 DOI: 10.1016/S2468-1253(26)00212-8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02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02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Atezolizumab-Bevacizumab with or without Cisplatin-based HAIC for Unresectable HCC: A Randomized Phase 2 Trial.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JHEP reports : innovation in hepatology  ·  IF 7.8  ·  RCT Phase 3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Takeuchi Yasuto, Sue Masahiko, Miyake Nozomi et al.. JHEP reports : innovation in hepatology. 2026-08-28 DOI: 10.1016/j.jhepr.2026.102002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03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03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Phase 2 Study of Futibatinib in Combination with Pembrolizumab in Patients with FGF19 expressing Advanced Hepatocellular Carcinoma.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The oncologist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Tran Nguyen H, Palmer Mathias E, Ulrich Angela et al.. The oncologist. 2026-08-25 DOI: 10.1093/oncolo/oyag343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04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04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 plus transarterial chemoembolization and PD-1 inhibitors as conversion therapies for unresectable intermediate-advanced hepatocellular carcinoma: a phase 2 trial 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… and Targeted Therapy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Zhang, H Cai, W Peng. … and Targeted Therapy.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05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05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 (PD-1 inhibitor) plus lenvatinib as conversion therapy followed by sequential surgery (SILENSES) for advanced unresectable hepatocellular carcinoma: a phase II 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… and Targeted Therapy  ·  RCT Phase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S Lu, W Zhang, J Li. … and Targeted Therapy.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06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06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Defect-Engineered BiO2-X Nanosheets Mediate Sono-Thermomechanical ECM Remodeling for Hepatocellular Carcinoma Immunotherapy.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Advanced science (Weinheim, Baden-Wurttemberg, Germany)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Tian Huimin, Zhang Shen, Wu Bolin et al.. Advanced science (Weinheim, Baden-Wurttemberg, Germany). 2026-08-30 DOI: 10.1002/advs.77337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07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07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Enhanced glucose uptake promotes the survival of hepatocellular carcinoma cells following incomplete radiofrequency ablation.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Molecular &amp; cellular oncology  ·  🌏 Asia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Wang Xiaofeng, Li Ting, Peng Chao. Molecular &amp; cellular oncology. 2026-08-29 DOI: 10.1080/23723556.2026.2715876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08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08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Cryoablation versus radiofrequency ablation for hepatocellular carcinoma: a systematic review and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International Journal of …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 Mao, Y Wang, W Yao. International Journal of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09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09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beam radiotherapy versus local ablation therapy for the treatment of hepatocellular carcinoma: a systematic review and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Clinical and Molecular …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SH Bae, SH Choi, SM Yoon. Clinical and Molecular …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10 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10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Defining the role of minimally invasive surgical thermal ablation in liver malignancies: A systematic review and meta-analysis of outcomes and reporting 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European Journal of …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(Generation failed)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G Scotton, F Notte, HC Pommergaard…. European Journal of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C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View Paper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SYNTHESIS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Insights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(Generati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SYNTHESIS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on failed)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HCC Weekly Digest · 呂大教授 敬啟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 Weekly Digest</dc:title>
  <dc:subject>PptxGenJS Presentation</dc:subject>
  <dc:creator>HCC Weekly Digest</dc:creator>
  <cp:lastModifiedBy>HCC Weekly Digest</cp:lastModifiedBy>
  <cp:revision>1</cp:revision>
  <dcterms:created xsi:type="dcterms:W3CDTF">2026-08-31T06:32:50Z</dcterms:created>
  <dcterms:modified xsi:type="dcterms:W3CDTF">2026-08-31T06:32:50Z</dcterms:modified>
</cp:coreProperties>
</file>