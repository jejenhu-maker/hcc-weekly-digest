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.2026.01.009" TargetMode="External"/><Relationship Id="rId2" Type="http://schemas.openxmlformats.org/officeDocument/2006/relationships/hyperlink" Target="https://doi.org/10.1016/j.jhep.2026.01.00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.2026.01.006" TargetMode="External"/><Relationship Id="rId2" Type="http://schemas.openxmlformats.org/officeDocument/2006/relationships/hyperlink" Target="https://doi.org/10.1016/j.jhep.2026.01.00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36/bmjopen-2025-115731" TargetMode="External"/><Relationship Id="rId2" Type="http://schemas.openxmlformats.org/officeDocument/2006/relationships/hyperlink" Target="https://doi.org/10.1136/bmjopen-2025-11573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ejca.2026.116750" TargetMode="External"/><Relationship Id="rId2" Type="http://schemas.openxmlformats.org/officeDocument/2006/relationships/hyperlink" Target="https://doi.org/10.1016/j.ejca.2026.11675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86/s12943-026-02682-x" TargetMode="External"/><Relationship Id="rId2" Type="http://schemas.openxmlformats.org/officeDocument/2006/relationships/hyperlink" Target="https://doi.org/10.1186/s12943-026-02682-x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.2026.01.021" TargetMode="External"/><Relationship Id="rId2" Type="http://schemas.openxmlformats.org/officeDocument/2006/relationships/hyperlink" Target="https://doi.org/10.1016/j.jhep.2026.01.02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critrevonc.2026.105412" TargetMode="External"/><Relationship Id="rId2" Type="http://schemas.openxmlformats.org/officeDocument/2006/relationships/hyperlink" Target="https://doi.org/10.1016/j.critrevonc.2026.10541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ejca.2026.116749" TargetMode="External"/><Relationship Id="rId2" Type="http://schemas.openxmlformats.org/officeDocument/2006/relationships/hyperlink" Target="https://doi.org/10.1016/j.ejca.2026.11674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11/hepr.70157" TargetMode="External"/><Relationship Id="rId2" Type="http://schemas.openxmlformats.org/officeDocument/2006/relationships/hyperlink" Target="https://doi.org/10.1111/hepr.7015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HEP.0000000000001731" TargetMode="External"/><Relationship Id="rId2" Type="http://schemas.openxmlformats.org/officeDocument/2006/relationships/hyperlink" Target="https://doi.org/10.1097/HEP.000000000000173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Digest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Prof. Lu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2026-06-01 — 2026-06-08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</a:rPr>
              <a:t>10 Selected Papers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Revisiting prophylactic corticosteroids to mitigate severe immune-related advers…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Updated data from IMbrave050: Adjuvant atezolizumab plus bevacizumab for high-ri…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Ib/II trial to evaluate the safety and efficacy of atezolizumab and bevaci…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and late survival dynamics of immunotherapy combinations in advanced HCC: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 sequencing identifies synergistic mechanisms driving resistance to ne…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of esophageal varices and prediction of hepatic decompensation in unre…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Integrating Multiple Outcomes of First-Line Immunotherapy-Based Regimens for Adv…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Determinants of long-term survival from atezolizumab plus bevacizumab in unresec…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Prospective Study of Atezolizumab Plus Bevacizumab for Unresectable Hepatocellul…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Erratum: Hepatectomy alters adjuvant anti-PD-1 action in a mouse model of HCC bu…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Revisiting prophylactic corticosteroids to mitigate severe immune-related adverse events in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hepatology  ·  IF 25.7  ·  Prospective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ICIs reshape HCC treatment landscape.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Severe irAEs limit clinical uptake of ICIs.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Prophylactic corticosteroids reduce severe irAEs.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Corticosteroids do not impair T-cell activation.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for prospective evaluation in HCC.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Shen Ying-Chun, Pinato David J, Liu Tsung-Hao et al.. Journal of hepatology. 2026-06-06 DOI: 10.1016/j.jhep.2026.01.009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Updated data from IMbrave050: Adjuvant atezolizumab plus bevacizumab for high-risk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hepatology  ·  IF 25.7  ·  Prospective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IMbrave050 met primary endpoint for RFS.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RFS HR for treatment vs. surveillance was 0.72.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data remained immature at second IA.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RFS benefit not sustained in updated analysis.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profile consistent with previous findings.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Yopp Adam, Chen Minshan, Cheng Ann-Lii et al.. Journal of hepatology. 2026-05-16 DOI: 10.1016/j.jhep.2026.01.006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Phase Ib/II trial to evaluate the safety and efficacy of atezolizumab and bevacizumab as adjuvant therapy following carbon-ion radiotherapy in hepatocellular carcinoma (VANGUARD): study protocol.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BMJ open  ·  RCT Phase 2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Evaluating Atezo+Bev after C-ion RT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Ib/II trial for HCC patients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endpoint: 1-year recurrence-free survival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high-risk recurrence patients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approved by ethics committees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Koroki Keisuke, Wakatsuki Masaru, Ogasawara Sadahisa et al.. BMJ open. 2026-06-06 DOI: 10.1136/bmjopen-2025-115731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Early and late survival dynamics of immunotherapy combinations in advanced HCC: Anchored indirect comparison of atezolizumab plus bevacizumab versus durvalumab +&amp;#x202f;tremelimumab.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European journal of cancer (Oxford, England : 1990)  ·  IF 8.4  ·  Meta-Analysis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A+B shows early survival advantage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STRIDE offers long-term survival benefit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Time-dependent effects observed in analyses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Casadei-Gardini Andrea, Yip Terry Cheuk-Fung, Vitale Alessandro et al.. European journal of cancer (Oxford, England : 1990). 2026-05-21 DOI: 10.1016/j.ejca.2026.116750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Multimodal sequencing identifies synergistic mechanisms driving resistance to neoadjuvant nivolumab treatment in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Molecular cancer  ·  IF 27.7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 shows significant intratumoral heterogeneity.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Immunosuppressive TIME linked to treatment resistance.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Dysregulated lipogenesis in non-responders identified.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TAMs and CD8 T cells form barriers.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ADM-RAMP1-EBP axis affects lipid metabolism.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Zeng Fanhong, Guo Jiaxin, Zeng Zheng et al.. Molecular cancer. 2026-06-02 DOI: 10.1186/s12943-026-02682-x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Detection of esophageal varices and prediction of hepatic decompensation in unresectable hepatocellular carcinoma using AI.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hepatology  ·  IF 25.7  ·  Retrospective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Developed AI models for EV detection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routine CT and clinical data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on 489 unresectable HCC patients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HepatoSageCT improved prediction accuracy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Non-invasive method reduces endoscopies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Rabasco Meneghetti Asier, Campani Claudia, Roux Charles et al.. Journal of hepatology. 2026-05-16 DOI: 10.1016/j.jhep.2026.01.021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Integrating Multiple Outcomes of First-Line Immunotherapy-Based Regimens for Advanced Hepatocellular Carcinoma: A Network Meta-Analysis of Phase III Trials.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Critical reviews in oncology/hematology  ·  RCT Phase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meta-analysis of phase III trials conducted.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Sintilimab plus IBI305 showed highest OS effectiveness.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Finotonlimab plus bevacizumab improved outcomes in younger patients.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Bevacizumab combinations offer favorable benefit-risk balance.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TOPSIS model integrates multiple treatment outcomes.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Nie Guilin, Li Xinming, Wang Yaoqun et al.. Critical reviews in oncology/hematology. 2026-06-06 DOI: 10.1016/j.critrevonc.2026.105412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Determinants of long-term survival from atezolizumab plus bevacizumab in unresectable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European journal of cancer (Oxford, England : 1990)  ·  IF 8.4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Atezolizumab plus bevacizumab shows long-term survival benefits.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survivors defined as 24 months or more.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Radiologic responders had significantly better survival rates.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factors include liver reserve and tumor size.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AB-Real provides real-world evidence for uHCC.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Lee Pei-Chang, Cortellini Alessio, Stefanini Bernardo et al.. European journal of cancer (Oxford, England : 1990). 2026-05-21 DOI: 10.1016/j.ejca.2026.116749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Prospective Study of Atezolizumab Plus Bevacizumab for Unresectable Hepatocellular Carcinoma Based on Hepatobiliary Phase of Gd-EOB-DTPA-MRI.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Hepatology research : the official journal of the Japan Society of Hepatology  ·  Prospective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on atezolizumab plus bevacizumab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Involves 152 unresectable HCC patients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Hyperintensity linked to Wnt signaling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ORR in hyperintense group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resistance to combination therapy found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Aoki Tomoko, Kudo Masatoshi, Ueshima Kazuomi et al.. Hepatology research : the official journal of the Japan Society of Hepatology. 2026-06-06 DOI: 10.1111/hepr.70157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Erratum: Hepatectomy alters adjuvant anti-PD-1 action in a mouse model of HCC but does not compromise neoadjuvant efficacy.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Hepatology (Baltimore, Md.)  ·  IF 12.9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Hepatectomy affects anti-PD-1 therapy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efficacy remains intact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Mouse model used for study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Bouguerra Roqiya, El Hajji Sofia, Wassmer Charles-Henri et al.. Hepatology (Baltimore, Md.). 2026-06-05 DOI: 10.1097/HEP.0000000000001731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Insights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綜合啟示（Overall Insights）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**免疫檢查點抑制劑的應用潛力**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use of dual immune checkpoint inhibitors (ICIs) targeting CTLA-4 and PD-1/PD-L1 has shown promise in reshaping treatment for unresectable HCC, yet their clinical uptake is hindered by severe immune-related adverse events.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雙重免疫檢查點抑制劑（如CTLA-4和PD-1/PD-L1）的應用潛力顯示出在不可切除肝細胞癌（HCC）治療中的前景，但其臨床應用受到嚴重免疫相關不良事件的限制。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**新輔助療法的前景**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Atezolizumab combined with bevacizumab has demonstrated improved recurrence-free survival in high-risk HCC patients, indicating a potential shift towards adjuvant immunotherapy strategies.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阿特珠單抗與貝伐單抗的聯合使用在高風險HCC患者中顯示出改善無復發生存期的潛力，這表明輔助免疫療法策略可能會有新的轉變。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**腫瘤微環境的影響**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tumor immune microenvironment (TIME) plays a critical role in modulating responses to ICIs, with HCC exhibiting significant intratumoral heterogeneity that complicates treatment efficacy.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腫瘤免疫微環境（TIME）在調節對免疫檢查點抑制劑的反應中起著關鍵作用，而HCC的腫瘤內異質性顯著，這使得治療效果變得複雜。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**非侵入性檢測技術的發展**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Advances in AI-driven non-invasive models for detecting esophageal varices in cirrhotic patients with HCC could lead to earlier interventions and improved patient outcomes.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基於人工智慧的非侵入性模型在檢測伴有肝硬化的HCC患者食道靜脈曲張方面的進展，可能會導致更早的干預和改善患者的預後。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**多模式治療策略的必要性**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integration of multiple treatment modalities, including immunotherapy and radiotherapy, is essential to address the challenge of recurrence in HCC post-curative treatment.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整合多種治療模式，包括免疫療法和放療，對於解決HCC在根治性治療後復發的挑戰至關重要。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未來研究方向（Future Research Directions）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**探索免疫相關不良事件的管理策略**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Future studies should focus on optimizing prophylactic measures, such as corticosteroids, to mitigate severe immune-related adverse events associated with ICIs in HCC.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未來的研究應集中於優化預防措施，如皮質類固醇，以減輕與HCC中免疫檢查點抑制劑相關的嚴重免疫相關不良事件。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**長期療效的評估**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There is a need for long-term follow-up studies to assess the sustained efficacy and safety of atezolizumab plus bevacizumab in unresectable HCC.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需要進行長期隨訪研究，以評估阿特珠單抗與貝伐單抗在不可切除HCC中的持續療效和安全性。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**腫瘤微環境的深入研究**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Investigating the specific components and dynamics of the tumor immune microenvironment in HCC can provide insights into resistance mechanisms and inform treatment strategies.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深入研究HCC中腫瘤免疫微環境的具體組成和動態，能提供對抗藥物抵抗機制的見解，並指導治療策略。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**多模式治療的臨床試驗**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Conducting clinical trials that evaluate the efficacy of multimodal treatment approaches, including combining immunotherapy with radiotherapy, is crucial for improving patient outcomes.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開展臨床試驗，評估多模式治療方法的療效，包括將免疫療法與放療結合，對改善患者預後至關重要。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**AI在臨床決策中的應用**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Further development of AI-based models for predicting complications in HCC patients could enhance clinical decision-making and personalized treatment strategies.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進一步開發基於人工智慧的模型以預測HCC患者的併發症，可能會增強臨床決策和個性化治療策略。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9319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HCC Weekly Digest</dc:title>
  <dc:subject>PptxGenJS Presentation</dc:subject>
  <dc:creator>HCC Weekly Digest</dc:creator>
  <cp:lastModifiedBy>HCC Weekly Digest</cp:lastModifiedBy>
  <cp:revision>1</cp:revision>
  <dcterms:created xsi:type="dcterms:W3CDTF">2026-06-08T01:48:37Z</dcterms:created>
  <dcterms:modified xsi:type="dcterms:W3CDTF">2026-06-08T01:48:37Z</dcterms:modified>
</cp:coreProperties>
</file>