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gutjnl-2025-337617" TargetMode="External"/><Relationship Id="rId2" Type="http://schemas.openxmlformats.org/officeDocument/2006/relationships/hyperlink" Target="https://doi.org/10.1136/gutjnl-2025-33761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gutjnl-2024-334562" TargetMode="External"/><Relationship Id="rId2" Type="http://schemas.openxmlformats.org/officeDocument/2006/relationships/hyperlink" Target="https://doi.org/10.1136/gutjnl-2024-33456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C9.0000000000001014" TargetMode="External"/><Relationship Id="rId2" Type="http://schemas.openxmlformats.org/officeDocument/2006/relationships/hyperlink" Target="https://doi.org/10.1097/HC9.000000000000101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6-02708-2" TargetMode="External"/><Relationship Id="rId2" Type="http://schemas.openxmlformats.org/officeDocument/2006/relationships/hyperlink" Target="https://www.nature.com/articles/s41392-026-02708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vir.2026.108998" TargetMode="External"/><Relationship Id="rId2" Type="http://schemas.openxmlformats.org/officeDocument/2006/relationships/hyperlink" Target="https://doi.org/10.1016/j.jvir.2026.10899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r.2026.101977" TargetMode="External"/><Relationship Id="rId2" Type="http://schemas.openxmlformats.org/officeDocument/2006/relationships/hyperlink" Target="https://doi.org/10.1016/j.jhepr.2026.1019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00262-025-04251-5" TargetMode="External"/><Relationship Id="rId2" Type="http://schemas.openxmlformats.org/officeDocument/2006/relationships/hyperlink" Target="https://link.springer.com/article/10.1007/s00262-025-04251-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3114636/" TargetMode="External"/><Relationship Id="rId2" Type="http://schemas.openxmlformats.org/officeDocument/2006/relationships/hyperlink" Target="https://pmc.ncbi.nlm.nih.gov/articles/PMC13114636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2026-08-03 — 2026-08-10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Circulating extracellular vesicles carrying PD-1, PD-L1 and CTLA-4 inform resist…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PCK1 deficiency promotes MASH-HCC progression by 12-HETE-induced CD8+ T cell dys…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Spatiotemporal dynamics of the tumor microenvironment in hepatocellular carcinom…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(PD-1 inhibitor) plus lenvatinib as conversion therapy followed by sequential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Aggressive Histologic Subtypes Drive Poor Outcomes after Percutaneous Ablation f…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anti-PD-1 with irreversible electroporation relieves immunosuppression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Immune Checkpoint Inhibitors in Hepatocellular Carcinoma Before and After Liver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Circulating extracellular vesicles carrying PD-1, PD-L1 and CTLA-4 inform resistance to anti-PD-L1-based therapy in HCC.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Circulating EVs carry PD-1, PD-L1, CTLA-4.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EV-IC levels predict treatment response.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EV-IC changes indicate acquired resistance.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biopsy offers non-invasive biomarker potential.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not reproducible in TKI-treated cohort.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Gorgulho Jo&amp;#xe3;o, Masood Ramsha, Buescher Gustav et al.. Gut. 2026-08-06 DOI: 10.1136/gutjnl-2025-337617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PCK1 deficiency promotes MASH-HCC progression by 12-HETE-induced CD8+ T cell dysfunction.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PCK1 deficiency linked to MASH-HCC progression.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12-HETE induces CD8+ T cell dysfunction.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PCK1 restoration enhances anti-PD-1 efficacy.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Wu Kang, Li Luo, Liu Yi et al.. Gut. 2026-08-06 DOI: 10.1136/gutjnl-2024-334562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Spatiotemporal dynamics of the tumor microenvironment in hepatocellular carcinoma during combination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communications  ·  IF 5.6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ATZ/BEV therapy shows limited tumor regression.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Single-cell RNA sequencing reveals immune remodeling.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CD8+ T cells with exhaustion signatures.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TIGIT-PVR/NECTIN2 axis activated post-treatment.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Tumor margin exhibits stronger immune activity.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Iwasaki Hitoshi, Itoh Shinji, Toshida Katsuya et al.. Hepatology communications. 2026-08-07 DOI: 10.1097/HC9.0000000000001014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evaluated in uHCC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Transarterial chemoembolization (TACE) used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 inhibitors added for effectiveness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trial results presented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analysis with TACE alone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(PD-1 inhibitor) plus lenvatinib as conversion therapy followed by sequential surgery (SILENSES) for advanced unresectable hepatocellular carcinoma: a phase II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evaluates PD-1 inhibitor plus lenvatinib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advanced unresectable 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surgery after conversion 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survival outcomes assessed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trial results discussed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 Lu, W Zhang, J Li.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Aggressive Histologic Subtypes Drive Poor Outcomes after Percutaneous Ablation for Early Recurrent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vascular and interventional radiology : JVIR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Aggressive histology predicts poor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included 194 patients post-resection.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model stratifies patients by histology.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Aggressive recurrence patterns linked to histology.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Histology should guide treatment planning.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Gu Kyowon, Lee Min Woo, Han Seungchul et al.. Journal of vascular and interventional radiology : JVIR. 2026-08-04 DOI: 10.1016/j.jvir.2026.108998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Combined anti-PD-1 with irreversible electroporation relieves immunosuppression and reduces hepatocellular carcinoma regrowth.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: innovation in hepatology  ·  IF 7.8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IRE induces immune microenvironment changes.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with anti-PD-1 reduces tumor regrowth.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PMN-MDSCs promote CD8+ T cell exhaustion.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YTHDF2 degrades CXCL10 mRNA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trials needed for validation.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Huo Jihui, Wang Lina, Lei Kai et al.. JHEP reports : innovation in hepatology. 2026-08-03 DOI: 10.1016/j.jhepr.2026.101977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of radiotherapy and local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hepatocellular carcinoma (HCC) treatment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of local progression-free survival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Inclusion of radiofrequency and microwave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review and meta-analysis conducted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 Bae, SH Choi, SM Yoon. Journal of Clinical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on interventional therapy and immune checkpoint inhibitors (ICIs) in patients with intermediate-and advanced-stage hepatocellular carcinoma: a systematic review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, Immunotherapy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shows improved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ICIs enhance immune response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Interventional therapy options include ablation.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Su, Y Su, R Mai. … , Immunotherapy.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Immune Checkpoint Inhibitors in Hepatocellular Carcinoma Before and After Liver Transplantation: A Systematic Review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Cancers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of immune checkpoint inhibitors in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pre- and post-liver transplantation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PD-1, PD-L1, and CTLA-4 therapies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efficacy and safety outcomes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Highlights potential for improved patient survival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 Dituri, L Carrieri, M Mosaico. Cancers.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**生物標記物的必要性 (Necessity of Biomarkers)**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免疫檢查點抑制劑（ICI）在肝細胞癌（HCC）中的應用顯示，僅約30%的患者對治療有反應，強調了基於生物標記物的患者選擇的重要性。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application of immune checkpoint inhibitors (ICIs) in hepatocellular carcinoma (HCC) reveals that only about 30% of patients respond to treatment, highlighting the importance of biomarker-driven patient selection.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**代謝重編程的影響 (Impact of Metabolic Reprogramming)**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代謝功能障礙相關的肝炎（MASH-HCC）對免疫檢查點抑制劑的反應較差，這可能與腫瘤細胞的代謝重編程及腫瘤微環境的異常有關。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Metabolic dysfunction-associated steatohepatitis-related hepatocellular carcinoma (MASH-HCC) shows poor response to immune checkpoint inhibitors, potentially linked to metabolic reprogramming of tumor cells and abnormal tumor microenvironment.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**免疫微環境的時空動態 (Spatiotemporal Dynamics of Immune Microenvironment)**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Atezolizumab與Bevacizumab的聯合療法在HCC中的免疫重塑過程尚未完全了解，這對治療效果的預測至關重要。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spatiotemporal immune remodeling associated with the combination therapy of Atezolizumab and Bevacizumab in HCC remains poorly understood, which is crucial for predicting treatment outcomes.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**局部消融與免疫治療的結合 (Combination of Local Ablation and Immunotherapy)**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局部消融技術如不可逆電穿孔（IRE）顯示出與免疫治療結合的潛力，能夠減輕免疫抑制並降低肝癌的再生長。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Local ablation techniques such as irreversible electroporation (IRE) demonstrate potential when combined with immunotherapy, alleviating immunosuppression and reducing hepatocellular carcinoma regrowth.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**不同組合療法的效果 (Effects of Different Combination Therapies)**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將免疫檢查點抑制劑與介入療法結合的策略顯示出潛在的療效，但仍需進一步研究以確定最佳的治療組合。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Strategies combining immune checkpoint inhibitors with interventional therapies show potential efficacy, but further research is needed to determine the optimal treatment combinations.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**生物標記物的開發 (Development of Biomarkers)**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需要進一步開發和驗證能夠預測HCC患者對免疫檢查點抑制劑反應的生物標記物，以實現個性化治療。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development and validation of biomarkers that can predict HCC patient responses to immune checkpoint inhibitors are needed for personalized treatment.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**代謝機制的深入研究 (In-depth Study of Metabolic Mechanisms)**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研究MASH-HCC的代謝機制及其對免疫治療的影響，以探索新的治療策略。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metabolic mechanisms of MASH-HCC and their impact on immunotherapy could uncover new therapeutic strategies.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**腫瘤微環境的動態觀察 (Dynamic Observation of Tumor Microenvironment)**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進行長期的腫瘤微環境動態觀察，以更好地理解免疫重塑對治療結果的影響。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Conducting long-term dynamic observations of the tumor microenvironment to better understand the impact of immune remodeling on treatment outcomes.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**新型局部消融技術的評估 (Evaluation of Novel Local Ablation Techniques)**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評估新型局部消融技術與免疫治療結合的效果，以提高HCC的治療效果。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Evaluating the efficacy of novel local ablation techniques in combination with immunotherapy to enhance treatment outcomes for HCC.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**臨床試驗的設計 (Design of Clinical Trials)**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設計針對不同組合療法的臨床試驗，以確定最佳的治療方案和患者選擇策略。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Designing clinical trials targeting various combination therapies to determine the best treatment regimens and patient selection strategies.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2026-08-10T01:32:21Z</dcterms:created>
  <dcterms:modified xsi:type="dcterms:W3CDTF">2026-08-10T01:32:21Z</dcterms:modified>
</cp:coreProperties>
</file>