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Hallmarks guide liver cancer understanding.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shows unique immune evasion traits.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Immunotherapy improves advanced HCC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iCCA has distinct genetic alterations.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Precision oncology benefits iCCA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Llovet Josep M, Pinyol Roser, Affo Silvia et al.. Cell. 2026-04-17 DOI: 10.1016/j.cell.2026.03.001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SBRT plus immune therapy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Pilot study with 8 patients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endpoint: low grade 3-4 trAE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All resected patients relapse-free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anti-cancer immune infiltration observed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Cosner Zoe, Guo Zhoubo, Nawrocki Cole et al.. Clinical cancer research : an official journal of the American Association for Cancer Research. 2026-04-15 DOI: 10.1158/1078-0432.CCR-25-4779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Hepatectomy affects anti-PD-1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Mouse model used for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efficacy remains intact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Bouguerra Roqiya, El Hajji Sofia, Wassmer Charles-Henri et al.. Hepatology (Baltimore, Md.). 2026-04-16 DOI: 10.1097/HEP.0000000000001731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Lactobacillus johnsonii enhances CD8+ T-cell expansion.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Lactobacillus correlates with disease-free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Nicotinic acid activates NF-κB pathway in T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reduces tumor relapse effectively.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CD8+ T cells are essential for antitumor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Qianshi, Liu Yiqiang, Zhou Yue et al.. Cancer research. 2026-04-15 DOI: 10.1158/0008-5472.CAN-25-0346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CAFs drive immunosuppression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NNMT regulates ANGPTL4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ANGPTL4 enhances immune evasion via PD-L1.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NNMT-ANGPTL4 restores T-cell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Therapeutic strategy for HCC immunotherapy.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Shounan, Ke Shanjia, Yu Hongjun et al.. Advanced science (Weinheim, Baden-Wurttemberg, Germany). 2026-04-14 DOI: 10.1002/advs.202521418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Fc region impacts PD-1 therapy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Depletion of PD-1+ CD8 T cells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FcγR III mediates T cell depletion.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Phagocytic cells are key effectors.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Findings affect liver cancer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Hashimoto Masao, Nasti Tahseen H, Jin Hyun-Tak et al.. Proceedings of the National Academy of Sciences of the United States of America. 2026-04-08 DOI: 10.1073/pnas.2427192123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study on HCC with PVTT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HAIC combined with lenvatinib and PD-1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outcomes compared to standard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curative-intent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shift in treatment paradigms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and PD-1 inhibitors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results show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Atez+Bev shows efficacy after Dur+Tre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 is 25.0%</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Adverse events differ between regimens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Uchikawa Shinsuke, Kawaoka Tomokazu, Tanaka Aiko et al.. Internal medicine (Tokyo, Japan). 2026-04-16 DOI: 10.2169/internalmedicine.6021-25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radiotherapy and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hepatocellular carcinoma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Analysis of local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Inclusion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The integration of immune therapy with traditional treatments, such as surgical resection and local ablation, shows promise in enhancing patient outcomes in hepatocellular carcinoma (HCC).  </a:t>
            </a:r>
            <a:endParaRPr lang="en-US" sz="1200" dirty="0"/>
          </a:p>
          <a:p>
            <a:pPr indent="0" marL="0">
              <a:lnSpc>
                <a:spcPct val="150000"/>
              </a:lnSpc>
              <a:buNone/>
            </a:pPr>
            <a:r>
              <a:rPr lang="en-US" sz="1200" dirty="0">
                <a:solidFill>
                  <a:srgbClr val="FFFFFF"/>
                </a:solidFill>
              </a:rPr>
              <a:t>   免疫治療與傳統療法（如手術切除和局部消融）的結合顯示出改善肝細胞癌（HCC）患者預後的潛力。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Neoadjuvant therapies that remodel the tumor microenvironment can significantly improve the efficacy of subsequent immune treatments, suggesting a need for early intervention strategies.  </a:t>
            </a:r>
            <a:endParaRPr lang="en-US" sz="1200" dirty="0"/>
          </a:p>
          <a:p>
            <a:pPr indent="0" marL="0">
              <a:lnSpc>
                <a:spcPct val="150000"/>
              </a:lnSpc>
              <a:buNone/>
            </a:pPr>
            <a:r>
              <a:rPr lang="en-US" sz="1200" dirty="0">
                <a:solidFill>
                  <a:srgbClr val="FFFFFF"/>
                </a:solidFill>
              </a:rPr>
              <a:t>   重塑腫瘤微環境的術前療法可以顯著提高隨後免疫治療的療效，這表明需要早期介入策略。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**癌症相關成纖維細胞的角色**  </a:t>
            </a:r>
            <a:endParaRPr lang="en-US" sz="1200" dirty="0"/>
          </a:p>
          <a:p>
            <a:pPr indent="0" marL="0">
              <a:lnSpc>
                <a:spcPct val="150000"/>
              </a:lnSpc>
              <a:buNone/>
            </a:pPr>
            <a:r>
              <a:rPr lang="en-US" sz="1200" dirty="0">
                <a:solidFill>
                  <a:srgbClr val="FFFFFF"/>
                </a:solidFill>
              </a:rPr>
              <a:t>   Cancer-associated fibroblasts (CAFs) play a crucial role in promoting immunosuppression in HCC, highlighting the importance of targeting these cells to enhance immune responses.  </a:t>
            </a:r>
            <a:endParaRPr lang="en-US" sz="1200" dirty="0"/>
          </a:p>
          <a:p>
            <a:pPr indent="0" marL="0">
              <a:lnSpc>
                <a:spcPct val="150000"/>
              </a:lnSpc>
              <a:buNone/>
            </a:pPr>
            <a:r>
              <a:rPr lang="en-US" sz="1200" dirty="0">
                <a:solidFill>
                  <a:srgbClr val="FFFFFF"/>
                </a:solidFill>
              </a:rPr>
              <a:t>   癌症相關成纖維細胞（CAFs）在促進HCC中的免疫抑制方面扮演著關鍵角色，強調了針對這些細胞以增強免疫反應的重要性。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**病毒特異性T細胞的耗竭**  </a:t>
            </a:r>
            <a:endParaRPr lang="en-US" sz="1200" dirty="0"/>
          </a:p>
          <a:p>
            <a:pPr indent="0" marL="0">
              <a:lnSpc>
                <a:spcPct val="150000"/>
              </a:lnSpc>
              <a:buNone/>
            </a:pPr>
            <a:r>
              <a:rPr lang="en-US" sz="1200" dirty="0">
                <a:solidFill>
                  <a:srgbClr val="FFFFFF"/>
                </a:solidFill>
              </a:rPr>
              <a:t>   The selective depletion of virus-specific CD8 T cells during PD-1 therapy underscores the complexity of immune responses in chronic infections and their implications for HCC treatment.  </a:t>
            </a:r>
            <a:endParaRPr lang="en-US" sz="1200" dirty="0"/>
          </a:p>
          <a:p>
            <a:pPr indent="0" marL="0">
              <a:lnSpc>
                <a:spcPct val="150000"/>
              </a:lnSpc>
              <a:buNone/>
            </a:pPr>
            <a:r>
              <a:rPr lang="en-US" sz="1200" dirty="0">
                <a:solidFill>
                  <a:srgbClr val="FFFFFF"/>
                </a:solidFill>
              </a:rPr>
              <a:t>   在PD-1治療過程中病毒特異性CD8 T細胞的選擇性耗竭突顯了慢性感染中免疫反應的複雜性及其對HCC治療的影響。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**多模式療法的必要性**  </a:t>
            </a:r>
            <a:endParaRPr lang="en-US" sz="1200" dirty="0"/>
          </a:p>
          <a:p>
            <a:pPr indent="0" marL="0">
              <a:lnSpc>
                <a:spcPct val="150000"/>
              </a:lnSpc>
              <a:buNone/>
            </a:pPr>
            <a:r>
              <a:rPr lang="en-US" sz="1200" dirty="0">
                <a:solidFill>
                  <a:srgbClr val="FFFFFF"/>
                </a:solidFill>
              </a:rPr>
              <a:t>   The combination of various treatment modalities, such as transarterial chemoembolization (TACE) with immune inhibitors, indicates a shift towards more comprehensive treatment approaches for unresectable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將各種治療模式結合使用（如將經動脈化療栓塞（TACE）與免疫抑制劑結合）表明了對無法切除的HCC採取更全面治療方法的趨勢。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**早期免疫治療的優化**  </a:t>
            </a:r>
            <a:endParaRPr lang="en-US" sz="1200" dirty="0"/>
          </a:p>
          <a:p>
            <a:pPr indent="0" marL="0">
              <a:lnSpc>
                <a:spcPct val="150000"/>
              </a:lnSpc>
              <a:buNone/>
            </a:pPr>
            <a:r>
              <a:rPr lang="en-US" sz="1200" dirty="0">
                <a:solidFill>
                  <a:srgbClr val="FFFFFF"/>
                </a:solidFill>
              </a:rPr>
              <a:t>   Future studies should focus on optimizing the timing and combination of immune therapies in early-stage HCC to maximize treatment efficacy.  </a:t>
            </a:r>
            <a:endParaRPr lang="en-US" sz="1200" dirty="0"/>
          </a:p>
          <a:p>
            <a:pPr indent="0" marL="0">
              <a:lnSpc>
                <a:spcPct val="150000"/>
              </a:lnSpc>
              <a:buNone/>
            </a:pPr>
            <a:r>
              <a:rPr lang="en-US" sz="1200" dirty="0">
                <a:solidFill>
                  <a:srgbClr val="FFFFFF"/>
                </a:solidFill>
              </a:rPr>
              <a:t>   未來的研究應集中於優化早期HCC中免疫治療的時機和組合，以最大化治療效果。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**癌症相關成纖維細胞的靶向治療**  </a:t>
            </a:r>
            <a:endParaRPr lang="en-US" sz="1200" dirty="0"/>
          </a:p>
          <a:p>
            <a:pPr indent="0" marL="0">
              <a:lnSpc>
                <a:spcPct val="150000"/>
              </a:lnSpc>
              <a:buNone/>
            </a:pPr>
            <a:r>
              <a:rPr lang="en-US" sz="1200" dirty="0">
                <a:solidFill>
                  <a:srgbClr val="FFFFFF"/>
                </a:solidFill>
              </a:rPr>
              <a:t>   Investigating targeted therapies against CAFs and their metabolic pathways may provide new avenues for enhancing anti-tumor immunity in HCC.  </a:t>
            </a:r>
            <a:endParaRPr lang="en-US" sz="1200" dirty="0"/>
          </a:p>
          <a:p>
            <a:pPr indent="0" marL="0">
              <a:lnSpc>
                <a:spcPct val="150000"/>
              </a:lnSpc>
              <a:buNone/>
            </a:pPr>
            <a:r>
              <a:rPr lang="en-US" sz="1200" dirty="0">
                <a:solidFill>
                  <a:srgbClr val="FFFFFF"/>
                </a:solidFill>
              </a:rPr>
              <a:t>   研究針對CAFs及其代謝途徑的靶向療法可能為增強HCC中的抗腫瘤免疫提供新的途徑。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**多模式療法的臨床試驗**  </a:t>
            </a:r>
            <a:endParaRPr lang="en-US" sz="1200" dirty="0"/>
          </a:p>
          <a:p>
            <a:pPr indent="0" marL="0">
              <a:lnSpc>
                <a:spcPct val="150000"/>
              </a:lnSpc>
              <a:buNone/>
            </a:pPr>
            <a:r>
              <a:rPr lang="en-US" sz="1200" dirty="0">
                <a:solidFill>
                  <a:srgbClr val="FFFFFF"/>
                </a:solidFill>
              </a:rPr>
              <a:t>   Conducting clinical trials that evaluate the efficacy of combined therapies, including immune checkpoint inhibitors and local ablation techniques, is essential for establishing best practices.  </a:t>
            </a:r>
            <a:endParaRPr lang="en-US" sz="1200" dirty="0"/>
          </a:p>
          <a:p>
            <a:pPr indent="0" marL="0">
              <a:lnSpc>
                <a:spcPct val="150000"/>
              </a:lnSpc>
              <a:buNone/>
            </a:pPr>
            <a:r>
              <a:rPr lang="en-US" sz="1200" dirty="0">
                <a:solidFill>
                  <a:srgbClr val="FFFFFF"/>
                </a:solidFill>
              </a:rPr>
              <a:t>   開展評估包括免疫檢查點抑制劑和局部消融技術的聯合療法有效性的臨床試驗對於建立最佳實踐至關重要。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**腫瘤微環境的深入研究**  </a:t>
            </a:r>
            <a:endParaRPr lang="en-US" sz="1200" dirty="0"/>
          </a:p>
          <a:p>
            <a:pPr indent="0" marL="0">
              <a:lnSpc>
                <a:spcPct val="150000"/>
              </a:lnSpc>
              <a:buNone/>
            </a:pPr>
            <a:r>
              <a:rPr lang="en-US" sz="1200" dirty="0">
                <a:solidFill>
                  <a:srgbClr val="FFFFFF"/>
                </a:solidFill>
              </a:rPr>
              <a:t>   Further research into the tumor microenvironment and its interactions with immune cells can unveil new therapeutic targets and strategies for HCC treatment.  </a:t>
            </a:r>
            <a:endParaRPr lang="en-US" sz="1200" dirty="0"/>
          </a:p>
          <a:p>
            <a:pPr indent="0" marL="0">
              <a:lnSpc>
                <a:spcPct val="150000"/>
              </a:lnSpc>
              <a:buNone/>
            </a:pPr>
            <a:r>
              <a:rPr lang="en-US" sz="1200" dirty="0">
                <a:solidFill>
                  <a:srgbClr val="FFFFFF"/>
                </a:solidFill>
              </a:rPr>
              <a:t>   對腫瘤微環境及其與免疫細胞的相互作用的深入研究可以揭示HCC治療的新療法靶點和策略。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**長期療效與耐藥性研究**  </a:t>
            </a:r>
            <a:endParaRPr lang="en-US" sz="1200" dirty="0"/>
          </a:p>
          <a:p>
            <a:pPr indent="0" marL="0">
              <a:lnSpc>
                <a:spcPct val="150000"/>
              </a:lnSpc>
              <a:buNone/>
            </a:pPr>
            <a:r>
              <a:rPr lang="en-US" sz="1200" dirty="0">
                <a:solidFill>
                  <a:srgbClr val="FFFFFF"/>
                </a:solidFill>
              </a:rPr>
              <a:t>   Investigating the long-term effects and potential resistance mechanisms associated with current immunotherapies will be crucial for improving patient outcomes in HCC.  </a:t>
            </a:r>
            <a:endParaRPr lang="en-US" sz="1200" dirty="0"/>
          </a:p>
          <a:p>
            <a:pPr indent="0" marL="0">
              <a:lnSpc>
                <a:spcPct val="150000"/>
              </a:lnSpc>
              <a:buNone/>
            </a:pPr>
            <a:r>
              <a:rPr lang="en-US" sz="1200" dirty="0">
                <a:solidFill>
                  <a:srgbClr val="FFFFFF"/>
                </a:solidFill>
              </a:rPr>
              <a:t>   研究目前免疫療法的長期效果及潛在的耐藥機制對於改善HCC患者的預後至關重要。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2026-04-19T10:24:06Z</dcterms:created>
  <dcterms:modified xsi:type="dcterms:W3CDTF">2026-04-19T10:24:06Z</dcterms:modified>
</cp:coreProperties>
</file>