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l.2026.03.001" TargetMode="External"/><Relationship Id="rId2" Type="http://schemas.openxmlformats.org/officeDocument/2006/relationships/hyperlink" Target="https://doi.org/10.1016/j.cell.2026.03.00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hyperlink" Target="https://doi.org/10.1097/HEP.0000000000001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346" TargetMode="External"/><Relationship Id="rId2" Type="http://schemas.openxmlformats.org/officeDocument/2006/relationships/hyperlink" Target="https://doi.org/10.1158/0008-5472.CAN-25-034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hyperlink" Target="https://doi.org/10.1002/advs.2025214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73/pnas.2427192123" TargetMode="External"/><Relationship Id="rId2" Type="http://schemas.openxmlformats.org/officeDocument/2006/relationships/hyperlink" Target="https://doi.org/10.1073/pnas.242719212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186/s12885-025-15310-6" TargetMode="External"/><Relationship Id="rId2" Type="http://schemas.openxmlformats.org/officeDocument/2006/relationships/hyperlink" Target="https://link.springer.com/article/10.1186/s12885-025-15310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00262-025-04251-5" TargetMode="External"/><Relationship Id="rId2" Type="http://schemas.openxmlformats.org/officeDocument/2006/relationships/hyperlink" Target="https://link.springer.com/article/10.1007/s00262-025-04251-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2026-04-13 — 2026-04-20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of liver cancer: Therapeutic implications.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stereotactic body radiation therapy plus immune therapy favorably 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Erratum: Hepatectomy alters adjuvant anti-PD-1 action in a mouse model of HCC bu…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Intratumoral Lactobacillus johnsonii Enhances Sensitivity to PD-1 Blockade by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Cancer-Associated Fibroblasts Promote Tumor Immunosuppression in Hepatocellular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depletion of virus-specific CD8 T cells from the liver after PD-1 ther…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nutritional index and the survival of patients with hepatocellular ca…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Hallmarks of liver cancer: Therapeutic implications.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Cell  ·  IF 45.5  · 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guide liver cancer understanding.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shows unique proliferative signaling.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Immunotherapies improve advanced HCC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iCCA has distinct genetic alterations.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oncology targets iCCA mutations.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Llovet Josep M, Pinyol Roser, Affo Silvia et al.. Cell. 2026-04-17 DOI: 10.1016/j.cell.2026.03.001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radiation therapy plus immune therapy favorably remodels the hepatocellular carcinoma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SBRT plus immune therapy used.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study with 8 resectable HCC patients.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confirmed with low grade 3 trAE.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patients achieved R0 surgical resection.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Significant immune remodeling observed post-treatment.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Cosner Zoe, Guo Zhoubo, Nawrocki Cole et al.. Clinical cancer research : an official journal of the American Association for Cancer Research. 2026-04-15 DOI: 10.1158/1078-0432.CCR-25-4779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 compromise neoadjuvant efficacy.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Hepatectomy impacts anti-PD-1 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Adjuvant treatment effectiveness varies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efficacy remains intact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Bouguerra Roqiya, El Hajji Sofia, Wassmer Charles-Henri et al.. Hepatology (Baltimore, Md.). 2026-04-16 DOI: 10.1097/HEP.0000000000001731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Lactobacillus johnsonii Enhances Sensitivity to PD-1 Blockade by Inducing CD8+ T-cell Expansion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research  ·  IF 12.7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Lactobacillus johnsonii enriches IFNγ+PD-1+CD8+ T cells.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Nicotinic acid expands cytotoxic T-cell populations.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reduces tumor relapse significantly.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Liu Qianshi, Liu Yiqiang, Zhou Yue et al.. Cancer research. 2026-04-15 DOI: 10.1158/0008-5472.CAN-25-0346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via the NNMT-ANGPTL4 Axis.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CAFs drive immunosuppression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NNMT regulates ANGPTL4 secretion.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ANGPTL4 enhances tumor immune evasion.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Lu Shounan, Ke Shanjia, Yu Hongjun et al.. Advanced science (Weinheim, Baden-Wurttemberg, Germany). 2026-04-14 DOI: 10.1002/advs.202521418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depletion of virus-specific CD8 T cells from the liver after PD-1 therapy with Fc-intact antibody during chronic infection.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Proceedings of the National Academy of Sciences of the United States of America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region impacts PD-1 therapy efficacy.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depletion of virus-specific CD8 T cells.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Depletion mediated by activating FcγR III.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Phagocytic cells are key effectors.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Implications for liver cancer therapies.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Hashimoto Masao, Nasti Tahseen H, Jin Hyun-Tak et al.. Proceedings of the National Academy of Sciences of the United States of America. 2026-04-08 DOI: 10.1073/pnas.2427192123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for unresectable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Transarterial chemoembolization and PD-1 inhibitors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trial shows promising results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nutritional index and the survival of patients with hepatocellular carcinoma on immune checkpoint inhibitors: a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BMC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nutritional index (PNI) impacts survival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Meta-analysis of HCC patients on ICIs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Nutritional status correlates with immune response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Fu, W Peng, J Jiang. BMC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of radiotherapy and local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hepatocellular carcinoma treatment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local progression-free survival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Inclusion of radiofrequency and microwave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review and meta-analysis conducted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 Bae, SH Choi, SM Yoon. Journal of Clinical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on interventional therapy and immune checkpoint inhibitors (ICIs) in patients with intermediate-and advanced-stage hepatocellular carcinoma: a systematic review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, Immunotherapy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shows promising results.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ICIs enhance immune response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Interventional therapy improves patient outcomes.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Su, Y Su, R Mai. … , Immunotherapy.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**癌症的標誌與治療的關聯性**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hallmarks of cancer provide a comprehensive framework for understanding hepatocellular carcinoma (HCC) and guiding therapeutic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癌症的標誌為理解肝細胞癌（HCC）及指導治療策略提供了全面的框架。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**免疫治療的潛力與挑戰**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Neoadjuvant immune therapy shows promise in remodeling the tumor microenvironment, yet its optimal application in early-stage HCC remains to be established.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新輔助免疫治療在重塑腫瘤微環境方面顯示出潛力，但其在早期HCC中的最佳應用仍需確立。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**癌症相關成纖維細胞的角色**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Cancer-associated fibroblasts (CAFs) are crucial in promoting immunosuppression in HCC through metabolic pathways, highlighting new therapeutic targets.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癌症相關成纖維細胞（CAFs）在HCC中透過代謝途徑促進免疫抑制，突顯了新的治療靶點。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**手術後復發的挑戰**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Postoperative recurrence in HCC remains a significant clinical challenge, necessitating further exploration of underlying mechanisms and therapeutic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HCC的手術後復發仍然是一個重大臨床挑戰，需要進一步探索其潛在機制和治療策略。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**結合治療的前景**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Combining interventional therapies with immune checkpoint inhibitors may enhance treatment outcomes in advanced HCC, warranting further investigation.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將介入治療與免疫檢查點抑制劑結合可能提高晚期HCC的治療效果，值得進一步研究。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**早期階段免疫治療的最佳化**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Investigate the optimal timing and combinations of immune therapies in early-stage HCC to maximize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探討早期HCC中免疫治療的最佳時機和組合，以最大化患者的治療效果。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**靶向癌症相關成纖維細胞的療法**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Develop targeted therapies against CAFs to mitigate their immunosuppressive effects in HCC and improve treatment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開發針對CAFs的靶向療法，以減少其在HCC中的免疫抑制作用，並提高治療效果。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**探索腫瘤微環境的調控**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research on the tumor microenvironment's role in HCC progression and response to therapies, focusing on metabolic and immune interactions.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進一步研究腫瘤微環境在HCC進展和治療反應中的作用，重點關注代謝和免疫相互作用。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**多模態治療策略的評估**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Evaluate the efficacy of multimodal treatment strategies combining surgery, ablation, and immunotherapy in improving survival rates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評估結合手術、消融和免疫治療的多模態治療策略在提高HCC生存率方面的有效性。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**個體化治療的發展**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Explore personalized medicine approaches based on genetic and immunological profiling to tailor therapies for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探索基於基因和免疫學特徵的個體化治療方法，以為HCC患者量身定制療法。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2026-04-20T04:18:20Z</dcterms:created>
  <dcterms:modified xsi:type="dcterms:W3CDTF">2026-04-20T04:18:20Z</dcterms:modified>
</cp:coreProperties>
</file>