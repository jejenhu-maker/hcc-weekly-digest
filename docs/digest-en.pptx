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2.019" TargetMode="External"/><Relationship Id="rId2" Type="http://schemas.openxmlformats.org/officeDocument/2006/relationships/hyperlink" Target="https://doi.org/10.1016/j.jhep.2026.02.01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jgh.70422" TargetMode="External"/><Relationship Id="rId2" Type="http://schemas.openxmlformats.org/officeDocument/2006/relationships/hyperlink" Target="https://doi.org/10.1111/jgh.7042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6-1352" TargetMode="External"/><Relationship Id="rId2" Type="http://schemas.openxmlformats.org/officeDocument/2006/relationships/hyperlink" Target="https://doi.org/10.1158/1078-0432.CCR-26-135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698-026-01571-2" TargetMode="External"/><Relationship Id="rId2" Type="http://schemas.openxmlformats.org/officeDocument/2006/relationships/hyperlink" Target="https://doi.org/10.1038/s41698-026-01571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589555925003404" TargetMode="External"/><Relationship Id="rId2" Type="http://schemas.openxmlformats.org/officeDocument/2006/relationships/hyperlink" Target="https://www.sciencedirect.com/science/article/pii/S258955592500340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dld.2026.04.013" TargetMode="External"/><Relationship Id="rId2" Type="http://schemas.openxmlformats.org/officeDocument/2006/relationships/hyperlink" Target="https://doi.org/10.1016/j.dld.2026.04.01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jitc-2026-015777" TargetMode="External"/><Relationship Id="rId2" Type="http://schemas.openxmlformats.org/officeDocument/2006/relationships/hyperlink" Target="https://doi.org/10.1136/jitc-2026-0157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873/anticanres.18251" TargetMode="External"/><Relationship Id="rId2" Type="http://schemas.openxmlformats.org/officeDocument/2006/relationships/hyperlink" Target="https://doi.org/10.21873/anticanres.1825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426" TargetMode="External"/><Relationship Id="rId2" Type="http://schemas.openxmlformats.org/officeDocument/2006/relationships/hyperlink" Target="https://doi.org/10.1097/HEP.000000000000142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vs.202521418" TargetMode="External"/><Relationship Id="rId2" Type="http://schemas.openxmlformats.org/officeDocument/2006/relationships/hyperlink" Target="https://doi.org/10.1002/advs.20252141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2026-06-29 — 2026-07-06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Efficacy of liver transplantation after response to atezolizumab-bevacizumab dow…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 of Patients With Hepatocellular Carcinoma Treated With Durvalumab Plus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Camrelizumab, a patinib and radiotherapy in locally advanced, unresectable hepat…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Danburstotug (IMC-001) therapy in gastric, esophageal, and hepatocel…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Pembrolizumab and stereotactic body radiotherapy combined in advanced hepatocell…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evaluation of phase III immunotherapy trials in advanced HCC using…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Systemic immune profiling in hepatocellular carcinoma: navigating etiological 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Balloon-occluded Alternative Infusion of Fragmented Gelatin Particles of TACE fo…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Anti-angiogenic therapy combined with immune checkpoint blockade mediates CCR7 +…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Cancer-Associated Fibroblasts Promote Tumor Immunosuppression in Hepatocellular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Efficacy of liver transplantation after response to atezolizumab-bevacizumab downstaging of intermediate and advanced hepatocellular carcinoma (ImmunoXXL).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Liver transplantation can be curative for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Atezolizumab-bevacizumab downstaged advanced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of patients achieved transplant eligibility.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Two-year survival rates were promising.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Immune monitoring linked tumor response to rejection.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Bhoori Sherrie, Rivoltini Licia, Pinato David J et al.. Journal of hepatology. 2026-06-15 DOI: 10.1016/j.jhep.2026.02.019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Outcomes of Patients With Hepatocellular Carcinoma Treated With Durvalumab Plus Tremelimumab in Real-World Clinical Practice Who Met or Did Not Meet the Inclusion Criteria for the Phase 3 HIMALAYA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gastroenterology and hepatology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on HCC patients treated with Dur/Tre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 patients enrolled from 30 institutions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HIMALAYA group had better PFS and 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predictors include BMI and portal vein invasion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Endocrine dysfunction more common in HIMALAYA group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Matono Tomomitsu, Tada Toshifumi, Hiraoka Atsushi et al.. Journal of gastroenterology and hepatology. 2026-07-02 DOI: 10.1111/jgh.70422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Camrelizumab, a patinib and radiotherapy in locally advanced, unresectable hepatocellular carcinoma: a phase 2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evaluated camrelizumab, apatinib, and IMRT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 objective response rate observed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PFS was 13.8 months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3-4 adverse events in 81.8%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TP53 mutation linked to worse outcomes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Wang Hongzhi, Wang Kun, Zheng Xuan et al.. Clinical cancer research : an official journal of the American Association for Cancer Research. 2026-06-30 DOI: 10.1158/1078-0432.CCR-26-1352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Danburstotug (IMC-001) therapy in gastric, esophageal, and hepatocellular carcinoma: the NeoChance phase II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NPJ precision oncology  ·  RCT Phase 2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therapy with danburstotug (IMC-001) evaluated.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endpoint not met; MPR in 4.2% patients.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Pathologic regression observed in 22.9% patients.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 well tolerated with few adverse events.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Immune profiling showed cancer-specific remodeling.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Bang Yeong Hak, Kang Dawon, Lee Seungwon et al.. NPJ precision oncology. 2026-07-03 DOI: 10.1038/s41698-026-01571-2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Pembrolizumab and stereotactic body radiotherapy combined in advanced hepatocellular carcinoma post sorafenib–A phase II trial (PEMRAD)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 ·  IF 7.8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of pembrolizumab and SBRT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trial for advanced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Post-sorafenib treatment evaluation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GM O'Kane, A Mesci, RW Jang. JHEP Reports.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Complementary evaluation of phase III immunotherapy trials in advanced HCC using the survival-inferred fragility index.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Digestive and liver disease : official journal of the Italian Society of Gastroenterology and the Italian Association for the Study of the Liver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treatment evolving with ICIs and TKIs.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SIFI quantifies trial outcome stability.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phase III trials analyzed for SIFI.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SIFI indicates low trial robustness.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Asian trials show higher stability metrics.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Dalbeni A, Vicardi M, Stefanini B et al.. Digestive and liver disease : official journal of the Italian Society of Gastroenterology and the Italian Association for the Study of the Liver. 2026-06-16 DOI: 10.1016/j.dld.2026.04.013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Systemic immune profiling in hepatocellular carcinoma: navigating etiological heterogeneity and selection bias.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for immunotherapy of cancer  ·  IF 10.9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Methodological commentary on Nishio et al study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circulating immune biomarkers for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Etiological heterogeneity may confound immune signatures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bias affects study design and results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validation in prospective cohorts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Chen Rihui, Yang Xiaochuan. Journal for immunotherapy of cancer. 2026-07-01 DOI: 10.1136/jitc-2026-015777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Balloon-occluded Alternative Infusion of Fragmented Gelatin Particles of TACE for Hepatocellular Carcinoma Refractory to Atezolizumab-Bevacizumab.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Anticancer research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on BOAI-TACE for HCC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endpoint: ORR at 8 weeks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ORR achieved in treated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monitored with adverse events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significant liver function changes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Hasegawa Naoyuki, Hoshiai Sodai, Yamada Takeshi et al.. Anticancer research. 2026-06-29 DOI: 10.21873/anticanres.18251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Anti-angiogenic therapy combined with immune checkpoint blockade mediates CCR7 + CD8 + T-cell entry into HCC through high endothelial venules.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Anti-angiogenic therapy enhances T-cell infiltration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endothelial venules (HEVs) facilitate lymphocyte entry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CCR7 + CD8 + T cells show cytotoxic potential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VEGFC and NF-κB pathways promote HEV formation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HEV density correlates with better survival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Tang Lu, Hou Yingwen, Di Tian et al.. Hepatology (Baltimore, Md.). 2026-06-16 DOI: 10.1097/HEP.0000000000001426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Cancer-Associated Fibroblasts Promote Tumor Immunosuppression in Hepatocellular Carcinoma via the NNMT-ANGPTL4 Axis.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science (Weinheim, Baden-Wurttemberg, Germany)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CAFs drive immunosuppression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NNMT regulates ANGPTL4 secretion.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ANGPTL4 enhances tumor immune evasion.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NNMT-ANGPTL4 restores T-cell activity.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improves anti-PD-L1 efficacy.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Lu Shounan, Ke Shanjia, Yu Hongjun et al.. Advanced science (Weinheim, Baden-Wurttemberg, Germany). 2026-07-03 DOI: 10.1002/advs.202521418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綜合啟示（Overall Insights）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**免疫治療的潛力**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Immunotherapy, particularly immune checkpoint inhibitors (ICIs), has shown promising results in downstaging intermediate and advanced hepatocellular carcinoma (HCC), potentially expanding eligibility for liver transplantation.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免疫治療，特別是免疫檢查點抑制劑（ICIs），在下調中晚期肝細胞癌（HCC）方面顯示出良好的潛力，可能擴大肝臟移植的適應症。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**多重療法的協同效應**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combination of ICIs with locoregional therapies and other agents, such as tyrosine kinase inhibitors (TKIs) and radiotherapy, may enhance therapeutic efficacy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將ICIs與區域性治療及其他藥物（如酪氨酸激酶抑制劑（TKIs）和放射治療）結合，可能提高HCC的治療效果。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**患者選擇的關鍵性**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Real-world studies emphasize the importance of patient selection and stratification based on eligibility criteria, which can significantly influence treatment outcomes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實際臨床研究強調患者選擇和根據適應症標準進行分層的重要性，這對HCC的治療結果有顯著影響。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**腫瘤微環境的挑戰**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immunosuppressive tumor microenvironment, driven by cancer-associated fibroblasts and other factors, remains a significant barrier to effective immunotherapy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由癌症相關成纖維細胞及其他因素驅動的免疫抑制腫瘤微環境，仍然是HCC有效免疫治療的一大障礙。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**未來的生物標記研究**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Advances in immune profiling and biomarker identification may facilitate personalized immunotherapy approaches, improving outcomes for HCC patients.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免疫剖析和生物標記識別的進展，可能促進個性化免疫治療方法的發展，改善HCC患者的治療結果。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未來研究方向（Future Research Directions）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**探索新型免疫療法**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studies should investigate novel immunotherapeutic agents and combinations, particularly in the context of advanced HCC and their mechanisms of action.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進一步研究應探討新型免疫治療藥物及其組合，特別是在晚期HCC的背景下及其作用機制。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**腫瘤微環境的調節**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should focus on strategies to modulate the tumor microenvironment to enhance the efficacy of immunotherapies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研究應集中於調節腫瘤微環境的策略，以提高HCC中免疫治療的療效。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**生物標記的臨床應用**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identification and validation of biomarkers that predict response to immunotherapy could lead to more tailored treatment strategies for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識別和驗證預測免疫治療反應的生物標記，可能導致對HCC患者更具針對性的治療策略。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**長期療效的評估**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Longitudinal studies are needed to assess the long-term efficacy and safety of combined immunotherapy approaches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需要進行縱向研究，以評估HCC中聯合免疫治療方法的長期療效和安全性。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**多中心臨床試驗的推進**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Multi-center clinical trials should be conducted to validate findings across diverse populations and settings, enhancing the generalizability of results.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應進行多中心臨床試驗，以驗證不同人群和環境中的研究結果，提高結果的普遍適用性。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2026-07-06T01:36:38Z</dcterms:created>
  <dcterms:modified xsi:type="dcterms:W3CDTF">2026-07-06T01:36:38Z</dcterms:modified>
</cp:coreProperties>
</file>