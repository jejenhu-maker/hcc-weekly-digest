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1470-2045(26)00278-0" TargetMode="External"/><Relationship Id="rId2" Type="http://schemas.openxmlformats.org/officeDocument/2006/relationships/hyperlink" Target="https://doi.org/10.1016/S1470-2045(26)00278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r.2026.102021" TargetMode="External"/><Relationship Id="rId2" Type="http://schemas.openxmlformats.org/officeDocument/2006/relationships/hyperlink" Target="https://doi.org/10.1016/j.jhepr.2026.10202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smogo.2026.100402" TargetMode="External"/><Relationship Id="rId2" Type="http://schemas.openxmlformats.org/officeDocument/2006/relationships/hyperlink" Target="https://doi.org/10.1016/j.esmogo.2026.10040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trv.2026.103194" TargetMode="External"/><Relationship Id="rId2" Type="http://schemas.openxmlformats.org/officeDocument/2006/relationships/hyperlink" Target="https://doi.org/10.1016/j.ctrv.2026.10319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4366/usg.26158" TargetMode="External"/><Relationship Id="rId2" Type="http://schemas.openxmlformats.org/officeDocument/2006/relationships/hyperlink" Target="https://doi.org/10.14366/usg.2615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r.2026.101915" TargetMode="External"/><Relationship Id="rId2" Type="http://schemas.openxmlformats.org/officeDocument/2006/relationships/hyperlink" Target="https://doi.org/10.1016/j.jhepr.2026.10191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C9.0000000000001014" TargetMode="External"/><Relationship Id="rId2" Type="http://schemas.openxmlformats.org/officeDocument/2006/relationships/hyperlink" Target="https://doi.org/10.1097/HC9.000000000000101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drup.2026.101440" TargetMode="External"/><Relationship Id="rId2" Type="http://schemas.openxmlformats.org/officeDocument/2006/relationships/hyperlink" Target="https://doi.org/10.1016/j.drup.2026.10144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6-02708-2" TargetMode="External"/><Relationship Id="rId2" Type="http://schemas.openxmlformats.org/officeDocument/2006/relationships/hyperlink" Target="https://www.nature.com/articles/s41392-026-02708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2026-08-31 — 2026-09-07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Durvalumab and tremelimumab, with or without lenvatinib, combined with transarte…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Perioperative strategies for the treatment of HCC.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multicenter pilot study of nivolumab with drug-eluting bead transarterial chem…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 the path to cure - a narrative review on optimizing multimodality sequ…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radiofrequency ablation using an Octopus multipurpose electrode for sma…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predictors of response to atezolizumab/bevacizumab in Child-Pugh B pati…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Spatiotemporal dynamics of the tumor microenvironment in hepatocellular carcinom…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Perioperative tislelizumab for early-stage hepatocellular carcinoma: A phase II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(PD-1 inhibitor) plus lenvatinib as conversion therapy followed by sequential 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Durvalumab and tremelimumab, with or without lenvatinib, combined with transarterial chemoembolisation in participants with embolisation-eligible hepatocellular carcinoma (EMERALD-3): a global, randomised, open-label, sponsor-blinded, phase 3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Oncology  ·  IF 41.6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Kudo Masatoshi, Abou-Alfa Ghassan K, Ren Zhenggang et al.. The Lancet. Oncology. 2026-08-24 DOI: 10.1016/S1470-2045(26)00278-0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Perioperative strategies for the treatment of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: innovation in hepatology  ·  IF 7.8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D'Alessio Antonio, Krendl Felix J, Parente Alessandro et al.. JHEP reports : innovation in hepatology. 2026-09-03 DOI: 10.1016/j.jhepr.2026.102021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multicenter pilot study of nivolumab with drug-eluting bead transarterial chemoembolization in patients with liver-limited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ESMO gastrointestinal oncology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Harding J J, Fitzpatrick O M, Chou J F et al.. ESMO gastrointestinal oncology. 2026-08-28 DOI: 10.1016/j.esmogo.2026.100402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Expanding the path to cure - a narrative review on optimizing multimodality sequencing in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treatment reviews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Lim Howard J, Vogel Arndt, Dunne Emma M et al.. Cancer treatment reviews. 2026-09-06 DOI: 10.1016/j.ctrv.2026.103194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Adaptive radiofrequency ablation using an Octopus multipurpose electrode for small hepatocellular carcinoma adjacent to critical structures: a prospective single-center pilot feasibility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Ultrasonography (Seoul, Korea)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Lee Jeong Min, Kim Jae Hyun, Jo Gyeong Deok et al.. Ultrasonography (Seoul, Korea). 2026-09-03 DOI: 10.14366/usg.26158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Clinical predictors of response to atezolizumab/bevacizumab in Child-Pugh B patients with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: innovation in hepatology  ·  IF 7.8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Odent Anne-Victoire, Campani Claudia, Bouattour Mohamed et al.. JHEP reports : innovation in hepatology. 2026-08-27 DOI: 10.1016/j.jhepr.2026.101915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Spatiotemporal dynamics of the tumor microenvironment in hepatocellular carcinoma during combination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communications  ·  IF 5.6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Iwasaki Hitoshi, Itoh Shinji, Toshida Katsuya et al.. Hepatology communications. 2026-08-07 DOI: 10.1097/HC9.0000000000001014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Perioperative tislelizumab for early-stage hepatocellular carcinoma: A phase II trial with integrated tumour microenvironment profiling and predictive modeling.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Drug resistance updates : reviews and commentaries in antimicrobial and anticancer chemotherapy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Chen Lu, Han Ruyu, Zhai Shujie et al.. Drug resistance updates : reviews and commentaries in antimicrobial and anticancer chemotherapy. 2026-07-23 DOI: 10.1016/j.drup.2026.101440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(PD-1 inhibitor) plus lenvatinib as conversion therapy followed by sequential surgery (SILENSES) for advanced unresectable hepatocellular carcinoma: a phase II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(Generation failed)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 Lu, W Zhang, J Li.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2026-09-07T05:34:51Z</dcterms:created>
  <dcterms:modified xsi:type="dcterms:W3CDTF">2026-09-07T05:34:51Z</dcterms:modified>
</cp:coreProperties>
</file>