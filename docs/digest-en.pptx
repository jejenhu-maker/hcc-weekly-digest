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doi.org/10.1007/s00262-026-04399-8" TargetMode="External"/><Relationship Id="rId2" Type="http://schemas.openxmlformats.org/officeDocument/2006/relationships/hyperlink" Target="https://doi.org/10.1007/s00262-026-04399-8"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oi.org/10.1097/HEP.0000000000001444" TargetMode="External"/><Relationship Id="rId2" Type="http://schemas.openxmlformats.org/officeDocument/2006/relationships/hyperlink" Target="https://doi.org/10.1097/HEP.0000000000001444"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doi.org/10.1016/j.jhep.2025.10.026" TargetMode="External"/><Relationship Id="rId2" Type="http://schemas.openxmlformats.org/officeDocument/2006/relationships/hyperlink" Target="https://doi.org/10.1016/j.jhep.2025.10.026"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doi.org/10.1136/gutjnl-2025-337331" TargetMode="External"/><Relationship Id="rId2" Type="http://schemas.openxmlformats.org/officeDocument/2006/relationships/hyperlink" Target="https://doi.org/10.1136/gutjnl-2025-337331"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doi.org/10.1016/j.critrevonc.2026.105248" TargetMode="External"/><Relationship Id="rId2" Type="http://schemas.openxmlformats.org/officeDocument/2006/relationships/hyperlink" Target="https://doi.org/10.1016/j.critrevonc.2026.105248"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i.org/10.1111/liv.70647" TargetMode="External"/><Relationship Id="rId2" Type="http://schemas.openxmlformats.org/officeDocument/2006/relationships/hyperlink" Target="https://doi.org/10.1111/liv.70647"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oi.org/10.1111/liv.70617" TargetMode="External"/><Relationship Id="rId2" Type="http://schemas.openxmlformats.org/officeDocument/2006/relationships/hyperlink" Target="https://doi.org/10.1111/liv.70617"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nature.com/articles/s41392-025-02498-z" TargetMode="External"/><Relationship Id="rId2" Type="http://schemas.openxmlformats.org/officeDocument/2006/relationships/hyperlink" Target="https://www.nature.com/articles/s41392-025-02498-z"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oi.org/10.3348/kjr.2025.1849" TargetMode="External"/><Relationship Id="rId2" Type="http://schemas.openxmlformats.org/officeDocument/2006/relationships/hyperlink" Target="https://doi.org/10.3348/kjr.2025.1849"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doi.org/10.21873/anticanres.18141" TargetMode="External"/><Relationship Id="rId2" Type="http://schemas.openxmlformats.org/officeDocument/2006/relationships/hyperlink" Target="https://doi.org/10.21873/anticanres.18141"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100000"/>
              </a:lnSpc>
              <a:buNone/>
            </a:pPr>
            <a:r>
              <a:rPr lang="en-US" sz="4800" b="1" dirty="0">
                <a:solidFill>
                  <a:srgbClr val="FFFFFF"/>
                </a:solidFill>
                <a:latin typeface="Arial" pitchFamily="34" charset="0"/>
                <a:ea typeface="Arial" pitchFamily="34" charset="-122"/>
                <a:cs typeface="Arial" pitchFamily="34" charset="-120"/>
              </a:rPr>
              <a:t>HCC</a:t>
            </a:r>
            <a:endParaRPr lang="en-US" sz="4800" dirty="0"/>
          </a:p>
          <a:p>
            <a:pPr indent="0" marL="0">
              <a:lnSpc>
                <a:spcPct val="100000"/>
              </a:lnSpc>
              <a:buNone/>
            </a:pPr>
            <a:r>
              <a:rPr lang="en-US" sz="4800" b="1" dirty="0">
                <a:solidFill>
                  <a:srgbClr val="FFFFFF"/>
                </a:solidFill>
                <a:latin typeface="Arial" pitchFamily="34" charset="0"/>
                <a:ea typeface="Arial" pitchFamily="34" charset="-122"/>
                <a:cs typeface="Arial" pitchFamily="34" charset="-120"/>
              </a:rPr>
              <a:t>Weekly Digest</a:t>
            </a:r>
            <a:endParaRPr lang="en-US" sz="4800" dirty="0"/>
          </a:p>
          <a:p>
            <a:pPr indent="0" marL="0">
              <a:lnSpc>
                <a:spcPct val="100000"/>
              </a:lnSpc>
              <a:buNone/>
            </a:pPr>
            <a:r>
              <a:rPr lang="en-US" sz="1800" dirty="0">
                <a:solidFill>
                  <a:srgbClr val="FCA5A5"/>
                </a:solidFill>
                <a:latin typeface="Arial" pitchFamily="34" charset="0"/>
                <a:ea typeface="Arial" pitchFamily="34" charset="-122"/>
                <a:cs typeface="Arial" pitchFamily="34" charset="-120"/>
              </a:rPr>
              <a:t>For Prof. Lu</a:t>
            </a:r>
            <a:endParaRPr lang="en-US" sz="48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2026-04-27 — 2026-05-04</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DC2626"/>
                </a:solidFill>
              </a:rPr>
              <a:t>10 Selected Papers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CONTENTS</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AdvanTIG-206: a phase II, randomized study of ociperlimab plus tislelizumab and …</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Development and validation of a risk prediction model for patients with hepatoce…</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An etiology-stratified single-cell atlas identifies FABP4 as a prognostic marker…</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JOSD1 drives hepatocellular carcinoma malignancy by modulating the ubiquitinatio…</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Viral hepatitis and immunotherapy outcome in advanced hepatocellular carcinoma: …</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Lenvatinib Versus Bevacizumab in Combination With Anti-PD-1/PD-L1 Therapy for uH…</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Low-Dose Bevacizumab Maintains Efficacy With Reduced Adverse Events in Liver Can…</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 plus transarterial chemoembolization and PD-1 inhibitors as conversion therapi…</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Radiologic Response Assessment With RECIST 1.1 and mRECIST in Patients With Hepa…</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Identification of Risk Factors for the Local Recurrence of Hepatocellular Carcin…</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AdvanTIG-206: a phase II, randomized study of ociperlimab plus tislelizumab and BAT1706 (bevacizumab biosimilar) versus tislelizumab and BAT1706 in first-line hepatocellular carcinoma.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 immunology, immunotherapy : CII  ·  RCT Phase 2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Phase II trial for advanced HCC patients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Ociperlimab plus tislelizumab and BAT1706 tested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Confirmed ORR: 37.1% (Arm A), 40.6% (Arm B)</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High rate of treatment-related adverse events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No new safety signals identified</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Ren Zhenggang, Huang Yao, Guo Yabing et al.. Cancer immunology, immunotherapy : CII. 2026-04-28 DOI: 10.1007/s00262-026-04399-8</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Development and validation of a risk prediction model for patients with hepatocellular carcinoma receiving atezolizumab-bevacizumab.</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Hepatology (Baltimore, Md.)  ·  IF 12.9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Atezolizumab-bevacizumab is standard treatment.</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Developed CRAPT-M risk prediction model.</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Identified five independent prognostic factors.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Median OS varies by risk group.</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CRAPT-M shows higher accuracy than CRAFITY.</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Nam Heechul, Kim Dong Yun, Kim Do Young et al.. Hepatology (Baltimore, Md.). 2026-04-17 DOI: 10.1097/HEP.0000000000001444</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An etiology-stratified single-cell atlas identifies FABP4 as a prognostic marker for MASLD-related HCC.</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hepatology  ·  IF 25.7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Study compares tumor microenvironments in HCC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FABP4 identified as prognostic biomarker</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HBV+MASLD+ HCC shows best immunotherapy outcomes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Increased CD8+ T cells in MASLD+ HCC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FABP4 enhances vascular normalization and T-cell infiltration</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Zhang Shuyuan, Xu Huanhuan, Li Mingwei et al.. Journal of hepatology. 2026-04-17 DOI: 10.1016/j.jhep.2025.10.026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JOSD1 drives hepatocellular carcinoma malignancy by modulating the ubiquitination-lactylation switch on PGAM1.</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Gut  ·  IF 24.5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JOSD1 enhances glycolysis in HCC.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Over-expression leads to poor prognosis.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Regulates ubiquitination-lactylation on PGAM1.</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Impaired CD8+ T cell function observed.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Inhibition of JOSD1 synergizes with anti-PD-1.</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Li Qing, Yu Kai, Zhou Suiqing et al.. Gut. 2026-04-28 DOI: 10.1136/gutjnl-2025-337331</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Viral hepatitis and immunotherapy outcome in advanced hepatocellular carcinoma: A comprehensive umbrella review of 15 meta-analyses.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Critical reviews in oncology/hematology  ·  RCT Phase 3</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Immune checkpoint inhibitors improve survival in HCC.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HBV patients show greater benefit than nonviral.</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High overlap in meta-analyses findings.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Real-world data on atezolizumab inconsistent.</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Need for cautious interpretation of subgroup results.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Petrelli Fausto, Colombo Silvia, Dottorini Lorenzo et al.. Critical reviews in oncology/hematology. 2026-04-12 DOI: 10.1016/j.critrevonc.2026.105248</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Lenvatinib Versus Bevacizumab in Combination With Anti-PD-1/PD-L1 Therapy for uHCC: A Meta-Analysis of East Asian Studies.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Liver international : official journal of the International Association for the Study of the Liver  ·  IF 6.0  ·  RCT</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Lenvatinib shows superior overall survival.</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Lenvatinib improves progression-free survival.</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No significant difference in response rates.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Lenvatinib has higher hand-foot reactions.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Bevacizumab has higher gastrointestinal risks.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Wang Xiaoxia, Wang Shuo, Lu Jun et al.. Liver international : official journal of the International Association for the Study of the Liver. 2026-04-20 DOI: 10.1111/liv.70647</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Low-Dose Bevacizumab Maintains Efficacy With Reduced Adverse Events in Liver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Liver international : official journal of the International Association for the Study of the Liver  ·  IF 6.0  ·  Retrospective Study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Low-dose bevacizumab effective in liver cancer</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Reduced adverse events compared to standard dose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Similar progression-free and overall survival rates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Lower incidence of low-grade toxicities observed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Potential for improved treatment tolerability</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Lin Po-Ting, Teng Wei, Hsieh Yi-Chung et al.. Liver international : official journal of the International Association for the Study of the Liver. 2026-03-28 DOI: 10.1111/liv.70617</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 plus transarterial chemoembolization and PD-1 inhibitors as conversion therapies for unresectable intermediate-advanced hepatocellular carcinoma: a phase 2 trial …</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 and Targeted Therapy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Combination therapy for unresectable HCC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Transarterial chemoembolization (TACE) used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PD-1 inhibitors enhance treatment efficacy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Phase 2 trial demonstrates promising results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Potential for conversion to resectable disease</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X Zhang, H Cai, W Peng. … and Targeted Therapy.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Radiologic Response Assessment With RECIST 1.1 and mRECIST in Patients With Hepatocellular Carcinoma Treated With Atezolizumab Plus Bevacizumab.</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Korean journal of radiology  ·  Retrospective Study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Study compares RECIST 1.1 and mRECIST.</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207 HCC patients treated with Atezo/Bev.</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mRECIST identified more responders than RECIST 1.1.</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RECIST 1.1 shows excellent inter-reader agreement.</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Both methods predict overall survival independently.</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Jeong Boryeong, Park Hyo Jung, Choi Won-Mook et al.. Korean journal of radiology. 2026-04-30 DOI: 10.3348/kjr.2025.1849</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Identification of Risk Factors for the Local Recurrence of Hepatocellular Carcinoma Post-radiofrequency Ablation.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Anticancer research  ·  Retrospective Study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Radiofrequency ablation is effective for HCC.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Local recurrence rates vary significantly post-RFA.</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Tumor size and location are key risk factors.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TACE prior to RFA impacts recurrence in LR group.</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Alternative treatments may be needed for LR cases.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Tanaka Kosuke, Kuwano Akifumi, Yada Masayoshi et al.. Anticancer research. 2026-04-28 DOI: 10.21873/anticanres.18141</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7F1D1D"/>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Overall Insights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**新療法的需求**  </a:t>
            </a:r>
            <a:endParaRPr lang="en-US" sz="1200" dirty="0"/>
          </a:p>
          <a:p>
            <a:pPr indent="0" marL="0">
              <a:lnSpc>
                <a:spcPct val="150000"/>
              </a:lnSpc>
              <a:buNone/>
            </a:pPr>
            <a:r>
              <a:rPr lang="en-US" sz="1200" dirty="0">
                <a:solidFill>
                  <a:srgbClr val="FFFFFF"/>
                </a:solidFill>
              </a:rPr>
              <a:t>   The study highlights the urgent need for innovative therapies to improve survival rates in hepatocellular carcinoma (HCC) patients, as current treatment options remain limited.  </a:t>
            </a:r>
            <a:endParaRPr lang="en-US" sz="1200" dirty="0"/>
          </a:p>
          <a:p>
            <a:pPr indent="0" marL="0">
              <a:lnSpc>
                <a:spcPct val="150000"/>
              </a:lnSpc>
              <a:buNone/>
            </a:pPr>
            <a:r>
              <a:rPr lang="en-US" sz="1200" dirty="0">
                <a:solidFill>
                  <a:srgbClr val="FFFFFF"/>
                </a:solidFill>
              </a:rPr>
              <a:t>   研究強調了創新療法在肝細胞癌（HCC）患者中改善生存率的迫切需求，因為目前的治療選擇仍然有限。</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**預後生物標記的挑戰**  </a:t>
            </a:r>
            <a:endParaRPr lang="en-US" sz="1200" dirty="0"/>
          </a:p>
          <a:p>
            <a:pPr indent="0" marL="0">
              <a:lnSpc>
                <a:spcPct val="150000"/>
              </a:lnSpc>
              <a:buNone/>
            </a:pPr>
            <a:r>
              <a:rPr lang="en-US" sz="1200" dirty="0">
                <a:solidFill>
                  <a:srgbClr val="FFFFFF"/>
                </a:solidFill>
              </a:rPr>
              <a:t>   Identifying reliable prognostic biomarkers for HCC remains a significant challenge, which is crucial for tailoring treatment strategies and improving patient outcomes.  </a:t>
            </a:r>
            <a:endParaRPr lang="en-US" sz="1200" dirty="0"/>
          </a:p>
          <a:p>
            <a:pPr indent="0" marL="0">
              <a:lnSpc>
                <a:spcPct val="150000"/>
              </a:lnSpc>
              <a:buNone/>
            </a:pPr>
            <a:r>
              <a:rPr lang="en-US" sz="1200" dirty="0">
                <a:solidFill>
                  <a:srgbClr val="FFFFFF"/>
                </a:solidFill>
              </a:rPr>
              <a:t>   確定肝細胞癌的可靠預後生物標記仍然是一個重大挑戰，這對於量身定制治療策略和改善患者預後至關重要。</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**代謝重編程的角色**  </a:t>
            </a:r>
            <a:endParaRPr lang="en-US" sz="1200" dirty="0"/>
          </a:p>
          <a:p>
            <a:pPr indent="0" marL="0">
              <a:lnSpc>
                <a:spcPct val="150000"/>
              </a:lnSpc>
              <a:buNone/>
            </a:pPr>
            <a:r>
              <a:rPr lang="en-US" sz="1200" dirty="0">
                <a:solidFill>
                  <a:srgbClr val="FFFFFF"/>
                </a:solidFill>
              </a:rPr>
              <a:t>   The role of metabolic reprogramming in HCC malignancy and immune evasion is increasingly recognized, suggesting potential targets for therapeutic intervention.  </a:t>
            </a:r>
            <a:endParaRPr lang="en-US" sz="1200" dirty="0"/>
          </a:p>
          <a:p>
            <a:pPr indent="0" marL="0">
              <a:lnSpc>
                <a:spcPct val="150000"/>
              </a:lnSpc>
              <a:buNone/>
            </a:pPr>
            <a:r>
              <a:rPr lang="en-US" sz="1200" dirty="0">
                <a:solidFill>
                  <a:srgbClr val="FFFFFF"/>
                </a:solidFill>
              </a:rPr>
              <a:t>   代謝重編程在HCC惡性腫瘤和免疫逃逸中的角色越來越受到重視，這表明可能成為治療介入的潛在靶點。</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**免疫治療的整合**  </a:t>
            </a:r>
            <a:endParaRPr lang="en-US" sz="1200" dirty="0"/>
          </a:p>
          <a:p>
            <a:pPr indent="0" marL="0">
              <a:lnSpc>
                <a:spcPct val="150000"/>
              </a:lnSpc>
              <a:buNone/>
            </a:pPr>
            <a:r>
              <a:rPr lang="en-US" sz="1200" dirty="0">
                <a:solidFill>
                  <a:srgbClr val="FFFFFF"/>
                </a:solidFill>
              </a:rPr>
              <a:t>   The integration of immune checkpoint inhibitors with other therapies, such as anti-VEGF agents, shows promise in enhancing treatment efficacy for advanced HCC.  </a:t>
            </a:r>
            <a:endParaRPr lang="en-US" sz="1200" dirty="0"/>
          </a:p>
          <a:p>
            <a:pPr indent="0" marL="0">
              <a:lnSpc>
                <a:spcPct val="150000"/>
              </a:lnSpc>
              <a:buNone/>
            </a:pPr>
            <a:r>
              <a:rPr lang="en-US" sz="1200" dirty="0">
                <a:solidFill>
                  <a:srgbClr val="FFFFFF"/>
                </a:solidFill>
              </a:rPr>
              <a:t>   免疫檢查點抑制劑與其他療法（如抗VEGF藥物）的整合顯示出增強晚期HCC治療效果的潛力。</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**局部消融的風險因素**  </a:t>
            </a:r>
            <a:endParaRPr lang="en-US" sz="1200" dirty="0"/>
          </a:p>
          <a:p>
            <a:pPr indent="0" marL="0">
              <a:lnSpc>
                <a:spcPct val="150000"/>
              </a:lnSpc>
              <a:buNone/>
            </a:pPr>
            <a:r>
              <a:rPr lang="en-US" sz="1200" dirty="0">
                <a:solidFill>
                  <a:srgbClr val="FFFFFF"/>
                </a:solidFill>
              </a:rPr>
              <a:t>   Understanding the risk factors for local recurrence after radiofrequency ablation is essential for optimizing treatment protocols and improving long-term outcomes in HCC patients.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7F1D1D"/>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Future Directions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理解射頻消融後局部復發的風險因素對於優化治療方案和改善HCC患者的長期預後至關重要。</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**生物標記的發現與驗證**  </a:t>
            </a:r>
            <a:endParaRPr lang="en-US" sz="1200" dirty="0"/>
          </a:p>
          <a:p>
            <a:pPr indent="0" marL="0">
              <a:lnSpc>
                <a:spcPct val="150000"/>
              </a:lnSpc>
              <a:buNone/>
            </a:pPr>
            <a:r>
              <a:rPr lang="en-US" sz="1200" dirty="0">
                <a:solidFill>
                  <a:srgbClr val="FFFFFF"/>
                </a:solidFill>
              </a:rPr>
              <a:t>   Future studies should focus on the discovery and validation of robust prognostic biomarkers to enhance personalized treatment approaches in HCC.  </a:t>
            </a:r>
            <a:endParaRPr lang="en-US" sz="1200" dirty="0"/>
          </a:p>
          <a:p>
            <a:pPr indent="0" marL="0">
              <a:lnSpc>
                <a:spcPct val="150000"/>
              </a:lnSpc>
              <a:buNone/>
            </a:pPr>
            <a:r>
              <a:rPr lang="en-US" sz="1200" dirty="0">
                <a:solidFill>
                  <a:srgbClr val="FFFFFF"/>
                </a:solidFill>
              </a:rPr>
              <a:t>   未來研究應專注於發現和驗證穩健的預後生物標記，以增強HCC的個性化治療方法。</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**免疫治療組合的探索**  </a:t>
            </a:r>
            <a:endParaRPr lang="en-US" sz="1200" dirty="0"/>
          </a:p>
          <a:p>
            <a:pPr indent="0" marL="0">
              <a:lnSpc>
                <a:spcPct val="150000"/>
              </a:lnSpc>
              <a:buNone/>
            </a:pPr>
            <a:r>
              <a:rPr lang="en-US" sz="1200" dirty="0">
                <a:solidFill>
                  <a:srgbClr val="FFFFFF"/>
                </a:solidFill>
              </a:rPr>
              <a:t>   Investigating novel combinations of immune therapies with traditional treatments could provide synergistic effects and improve outcomes in HCC patients.  </a:t>
            </a:r>
            <a:endParaRPr lang="en-US" sz="1200" dirty="0"/>
          </a:p>
          <a:p>
            <a:pPr indent="0" marL="0">
              <a:lnSpc>
                <a:spcPct val="150000"/>
              </a:lnSpc>
              <a:buNone/>
            </a:pPr>
            <a:r>
              <a:rPr lang="en-US" sz="1200" dirty="0">
                <a:solidFill>
                  <a:srgbClr val="FFFFFF"/>
                </a:solidFill>
              </a:rPr>
              <a:t>   探索免疫療法與傳統治療的新組合可能會提供協同效果並改善HCC患者的預後。</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**代謝重編程的機制研究**  </a:t>
            </a:r>
            <a:endParaRPr lang="en-US" sz="1200" dirty="0"/>
          </a:p>
          <a:p>
            <a:pPr indent="0" marL="0">
              <a:lnSpc>
                <a:spcPct val="150000"/>
              </a:lnSpc>
              <a:buNone/>
            </a:pPr>
            <a:r>
              <a:rPr lang="en-US" sz="1200" dirty="0">
                <a:solidFill>
                  <a:srgbClr val="FFFFFF"/>
                </a:solidFill>
              </a:rPr>
              <a:t>   Further research is needed to elucidate the mechanisms of metabolic reprogramming in HCC and its impact on tumor progression and immune response.  </a:t>
            </a:r>
            <a:endParaRPr lang="en-US" sz="1200" dirty="0"/>
          </a:p>
          <a:p>
            <a:pPr indent="0" marL="0">
              <a:lnSpc>
                <a:spcPct val="150000"/>
              </a:lnSpc>
              <a:buNone/>
            </a:pPr>
            <a:r>
              <a:rPr lang="en-US" sz="1200" dirty="0">
                <a:solidFill>
                  <a:srgbClr val="FFFFFF"/>
                </a:solidFill>
              </a:rPr>
              <a:t>   需要進一步研究以闡明HCC中代謝重編程的機制及其對腫瘤進展和免疫反應的影響。</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**局部治療的優化**  </a:t>
            </a:r>
            <a:endParaRPr lang="en-US" sz="1200" dirty="0"/>
          </a:p>
          <a:p>
            <a:pPr indent="0" marL="0">
              <a:lnSpc>
                <a:spcPct val="150000"/>
              </a:lnSpc>
              <a:buNone/>
            </a:pPr>
            <a:r>
              <a:rPr lang="en-US" sz="1200" dirty="0">
                <a:solidFill>
                  <a:srgbClr val="FFFFFF"/>
                </a:solidFill>
              </a:rPr>
              <a:t>   Studies aimed at optimizing local ablation techniques and identifying patient-specific factors could reduce recurrence rates and enhance treatment efficacy.  </a:t>
            </a:r>
            <a:endParaRPr lang="en-US" sz="1200" dirty="0"/>
          </a:p>
          <a:p>
            <a:pPr indent="0" marL="0">
              <a:lnSpc>
                <a:spcPct val="150000"/>
              </a:lnSpc>
              <a:buNone/>
            </a:pPr>
            <a:r>
              <a:rPr lang="en-US" sz="1200" dirty="0">
                <a:solidFill>
                  <a:srgbClr val="FFFFFF"/>
                </a:solidFill>
              </a:rPr>
              <a:t>   旨在優化局部消融技術並識別患者特定因素的研究可以降低復發率並提高治療效果。</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**病毒性肝炎與免疫反應的關聯**  </a:t>
            </a:r>
            <a:endParaRPr lang="en-US" sz="1200" dirty="0"/>
          </a:p>
          <a:p>
            <a:pPr indent="0" marL="0">
              <a:lnSpc>
                <a:spcPct val="150000"/>
              </a:lnSpc>
              <a:buNone/>
            </a:pPr>
            <a:r>
              <a:rPr lang="en-US" sz="1200" dirty="0">
                <a:solidFill>
                  <a:srgbClr val="FFFFFF"/>
                </a:solidFill>
              </a:rPr>
              <a:t>   Investigating the interplay between viral hepatitis and immune response in HCC could lead to better understanding and management of treatment outcomes.  </a:t>
            </a:r>
            <a:endParaRPr lang="en-US" sz="1200" dirty="0"/>
          </a:p>
          <a:p>
            <a:pPr indent="0" marL="0">
              <a:lnSpc>
                <a:spcPct val="150000"/>
              </a:lnSpc>
              <a:buNone/>
            </a:pPr>
            <a:r>
              <a:rPr lang="en-US" sz="1200" dirty="0">
                <a:solidFill>
                  <a:srgbClr val="FFFFFF"/>
                </a:solidFill>
              </a:rPr>
              <a:t>   研究病毒性肝炎與HCC中免疫反應的相互作用可能有助於更好地理解和管理治療結果。</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931920"/>
            <a:ext cx="10058400" cy="0"/>
          </a:xfrm>
          <a:prstGeom prst="rect">
            <a:avLst/>
          </a:prstGeom>
          <a:noFill/>
          <a:ln/>
        </p:spPr>
        <p:txBody>
          <a:bodyPr wrap="square" lIns="0" tIns="0" rIns="0" bIns="0" rtlCol="0" anchor="ctr"/>
          <a:lstStyle/>
          <a:p>
            <a:pPr indent="0" marL="0">
              <a:buNone/>
            </a:pPr>
            <a:r>
              <a:rPr lang="en-US" sz="1100" dirty="0">
                <a:solidFill>
                  <a:srgbClr val="888888"/>
                </a:solidFill>
              </a:rPr>
              <a:t>HCC Weekly Digest · 呂大教授 敬啟</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HCC Weekly Digest</dc:title>
  <dc:subject>PptxGenJS Presentation</dc:subject>
  <dc:creator>HCC Weekly Digest</dc:creator>
  <cp:lastModifiedBy>HCC Weekly Digest</cp:lastModifiedBy>
  <cp:revision>1</cp:revision>
  <dcterms:created xsi:type="dcterms:W3CDTF">2026-05-04T04:39:20Z</dcterms:created>
  <dcterms:modified xsi:type="dcterms:W3CDTF">2026-05-04T04:39:20Z</dcterms:modified>
</cp:coreProperties>
</file>