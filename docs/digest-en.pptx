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ell.2026.03.001" TargetMode="External"/><Relationship Id="rId2" Type="http://schemas.openxmlformats.org/officeDocument/2006/relationships/hyperlink" Target="https://doi.org/10.1016/j.cell.2026.03.00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5-4779" TargetMode="External"/><Relationship Id="rId2" Type="http://schemas.openxmlformats.org/officeDocument/2006/relationships/hyperlink" Target="https://doi.org/10.1158/1078-0432.CCR-25-477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EP.0000000000001731" TargetMode="External"/><Relationship Id="rId2" Type="http://schemas.openxmlformats.org/officeDocument/2006/relationships/hyperlink" Target="https://doi.org/10.1097/HEP.000000000000173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0008-5472.CAN-25-0346" TargetMode="External"/><Relationship Id="rId2" Type="http://schemas.openxmlformats.org/officeDocument/2006/relationships/hyperlink" Target="https://doi.org/10.1158/0008-5472.CAN-25-034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advs.202521418" TargetMode="External"/><Relationship Id="rId2" Type="http://schemas.openxmlformats.org/officeDocument/2006/relationships/hyperlink" Target="https://doi.org/10.1002/advs.20252141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73/pnas.2427192123" TargetMode="External"/><Relationship Id="rId2" Type="http://schemas.openxmlformats.org/officeDocument/2006/relationships/hyperlink" Target="https://doi.org/10.1073/pnas.242719212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pmc.ncbi.nlm.nih.gov/articles/PMC12939993/" TargetMode="External"/><Relationship Id="rId2" Type="http://schemas.openxmlformats.org/officeDocument/2006/relationships/hyperlink" Target="https://pmc.ncbi.nlm.nih.gov/articles/PMC12939993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2169/internalmedicine.6021-25" TargetMode="External"/><Relationship Id="rId2" Type="http://schemas.openxmlformats.org/officeDocument/2006/relationships/hyperlink" Target="https://doi.org/10.2169/internalmedicine.6021-2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scopubs.org/doi/abs/10.1200/JCO.2026.44.2_suppl.547" TargetMode="External"/><Relationship Id="rId2" Type="http://schemas.openxmlformats.org/officeDocument/2006/relationships/hyperlink" Target="https://ascopubs.org/doi/abs/10.1200/JCO.2026.44.2_suppl.54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Digest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Prof. Lu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2026-04-12 — 2026-04-19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Hallmarks of liver cancer: Therapeutic implications.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stereotactic body radiation therapy plus immune therapy favorably re…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Erratum: Hepatectomy alters adjuvant anti-PD-1 action in a mouse model of HCC bu…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Intratumoral Lactobacillus johnsonii Enhances Sensitivity to PD-1 Blockade by In…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Cancer-Associated Fibroblasts Promote Tumor Immunosuppression in Hepatocellular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 depletion of virus-specific CD8 T cells from the liver after PD-1 ther…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Immunotherapy in Hepatocellular Carcinoma with Portal Vein Tumour Thrombosis: Fr…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Efficacy and Safety of Atezolizumab Plus Bevacizumab after Durvalumab Plus 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Radiotherapy versus local ablation therapy for the treatment of hepatocellular c…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Hallmarks of liver cancer: Therapeutic implications.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Cell  ·  IF 45.5  · 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Hallmarks of cancer guide treatment strategies.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shows unique characteristics like immune evasion.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Immunotherapies have improved advanced HCC outcomes.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iCCA has distinct genetic alterations for precision therapy.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strategies may enhance liver cancer management.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stereotactic body radiation therapy plus immune therapy favorably remodels the hepatocellular carcinoma tumor microenvironment.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cancer research : an official journal of the American Association for Cancer Research  ·  IF 11.5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SBRT plus immune therapy tested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study with 8 resectable HCC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endpoint: only one grade 3 adverse event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resected patients achieved R0 resection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Increased anti-cancer immune infiltration observed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Erratum: Hepatectomy alters adjuvant anti-PD-1 action in a mouse model of HCC but does not compromise neoadjuvant efficacy.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(Baltimore, Md.)  ·  IF 12.9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Hepatectomy impacts anti-PD-1 therapy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conducted in mouse HCC model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efficacy remains intact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Intratumoral Lactobacillus johnsonii Enhances Sensitivity to PD-1 Blockade by Inducing CD8+ T-cell Expansion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research  ·  IF 12.7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Lactobacillus johnsonii enhances CD8+ T-cell expansion.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Lactobacillus levels predict disease-free survival.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Nicotinic acid activates NF-κB pathway in T cells.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therapy reduces tumor growth and relapse.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CD8+ T cells are crucial for L. johnsonii efficacy.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Cancer-Associated Fibroblasts Promote Tumor Immunosuppression in Hepatocellular Carcinoma via the NNMT-ANGPTL4 Axis.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Advanced science (Weinheim, Baden-Wurttemberg, Germany)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CAFs induce immunosuppression in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NNMT regulates ANGPTL4 secretion.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ANGPTL4 enhances PD-L1 expression.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Targeting NNMT-ANGPTL4 restores T-cell activity.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therapy improves immunotherapy outcomes.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Selective depletion of virus-specific CD8 T cells from the liver after PD-1 therapy with Fc-intact antibody during chronic infection.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Proceedings of the National Academy of Sciences of the United States of America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 region influences PD-1 therapy efficacy.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Depletion of PD-1+ CD8 T cells in liver.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Fc-dependent effects on viral titers.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Phagocytic cells mediate T cell depletion.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Implications for liver cancer therapies.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Immunotherapy in Hepatocellular Carcinoma with Portal Vein Tumour Thrombosis: From Poor Prognosis to Curative-Intent Strategies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study on HCC with PVTT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HAIC combined with lenvatinib and PD-1 inhibitors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efficacy against lenvatinib and PD-1 alone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poor prognosis to curative strategies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for improved patient outcomes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of TACE and PD-1 inhibitors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trial for uHCC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 efficacy compared to TACE alone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Efficacy and Safety of Atezolizumab Plus Bevacizumab after Durvalumab Plus Tremelimumab for the Treatment of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Internal medicine (Tokyo, Japan)  ·  Retrospective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Atez+Bev shows 25% ORR in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DCR indicates favorable disease control.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Adverse events differ between regimens.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Dur+Tre may enhance immune response.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treatment is a viable option.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Radiotherapy versus local ablation therapy for the treatment of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Clinical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ablation therapies include RFA and microwave ablation.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EBRT shows different outcomes compared to local ablation.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Meta-analysis evaluates local progression-free survival rates.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Future Directions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**免疫治療的潛力**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**The Potential of Immunotherapy**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免疫治療在晚期肝細胞癌（HCC）中顯示出顯著的療效，尤其在早期階段的應用仍需進一步探索。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Immunotherapy has shown significant efficacy in advanced hepatocellular carcinoma (HCC), particularly its application in earlier stages remains to be further explored.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**腫瘤微環境的重塑**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**Remodeling of Tumor Microenvironment**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新的療法如新輔助立體定向放射治療結合免疫治療能有效重塑HCC的腫瘤微環境，增強治療反應。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Novel therapies such as neoadjuvant stereotactic body radiation therapy combined with immunotherapy can effectively remodel the HCC tumor microenvironment, enhancing treatment responses.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**癌症相關成纖維細胞的角色**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**Role of Cancer-Associated Fibroblasts**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癌症相關成纖維細胞（CAFs）在HCC中促進免疫抑制，揭示了其作為潛在治療靶點的重要性。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Cancer-associated fibroblasts (CAFs) promote immunosuppression in HCC, highlighting their importance as potential therapeutic targets.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**手術後復發的挑戰**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**Challenges of Postoperative Recurrence**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雖然手術切除對早期HCC有效，但術後復發仍是主要的臨床挑戰，需深入研究其機制。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While surgical resection is effective for early-stage HCC, postoperative recurrence remains a major clinical challenge that requires deeper investigation into its mechanisms.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**多模態治療策略的必要性**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**Necessity of Multimodal Treatment Strategies**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對於不可切除的中晚期HCC，結合局部消融、化療和免疫治療的多模態策略顯示出潛在的療效。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For unresectable intermediate-advanced HCC, multimodal strategies combining local ablation, chemotherapy, and immunotherapy show potential efficacy.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**早期階段免疫治療的最佳化**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**Optimization of Immunotherapy in Early Stages**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需進一步研究如何在早期肝細胞癌中最佳化免疫治療的使用，以提高療效。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research is needed to optimize the use of immunotherapy in early-stage hepatocellular carcinoma to enhance efficacy.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**腫瘤微環境的深入分析**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**In-depth Analysis of Tumor Microenvironment**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對腫瘤微環境的組成及其對免疫反應的影響進行深入研究，以開發新療法。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In-depth studies on the composition of the tumor microenvironment and its impact on immune responses are essential for developing new therapies.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**癌症相關成纖維細胞的代謝調控**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**Metabolic Regulation of Cancer-Associated Fibroblasts**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探索癌症相關成纖維細胞的代謝調控機制，以尋找新的免疫治療靶點。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Exploring the metabolic regulatory mechanisms of cancer-associated fibroblasts to identify new immunotherapeutic targets is crucial.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**多模態治療的臨床試驗**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**Clinical Trials on Multimodal Treatments**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設計針對不可切除HCC的多模態治療的臨床試驗，以評估其安全性和有效性。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Designing clinical trials for multimodal treatments targeting unresectable HCC to evaluate their safety and efficacy is essential.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**個體化治療策略的發展**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**Development of Personalized Treatment Strategies**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基於患者的基因組學和腫瘤特徵，發展個體化的治療策略以提高治療效果。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Developing personalized treatment strategies based on patient genomics and tumor characteristics to improve treatment outcomes is vital.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HCC Weekly Digest</dc:title>
  <dc:subject>PptxGenJS Presentation</dc:subject>
  <dc:creator>HCC Weekly Digest</dc:creator>
  <cp:lastModifiedBy>HCC Weekly Digest</cp:lastModifiedBy>
  <cp:revision>1</cp:revision>
  <dcterms:created xsi:type="dcterms:W3CDTF">2026-04-19T09:54:22Z</dcterms:created>
  <dcterms:modified xsi:type="dcterms:W3CDTF">2026-04-19T09:54:22Z</dcterms:modified>
</cp:coreProperties>
</file>