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16/j.ccell.2026.06.010" TargetMode="External"/><Relationship Id="rId2" Type="http://schemas.openxmlformats.org/officeDocument/2006/relationships/hyperlink" Target="https://doi.org/10.1016/j.ccell.2026.06.010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16/j.jhepr.2026.101988" TargetMode="External"/><Relationship Id="rId2" Type="http://schemas.openxmlformats.org/officeDocument/2006/relationships/hyperlink" Target="https://doi.org/10.1016/j.jhepr.2026.101988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nature.com/articles/s41392-025-02498-z" TargetMode="External"/><Relationship Id="rId2" Type="http://schemas.openxmlformats.org/officeDocument/2006/relationships/hyperlink" Target="https://www.nature.com/articles/s41392-025-02498-z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nature.com/articles/s41392-026-02708-2" TargetMode="External"/><Relationship Id="rId2" Type="http://schemas.openxmlformats.org/officeDocument/2006/relationships/hyperlink" Target="https://www.nature.com/articles/s41392-026-02708-2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02/cti2.70115" TargetMode="External"/><Relationship Id="rId2" Type="http://schemas.openxmlformats.org/officeDocument/2006/relationships/hyperlink" Target="https://doi.org/10.1002/cti2.70115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16/j.drup.2026.101468" TargetMode="External"/><Relationship Id="rId2" Type="http://schemas.openxmlformats.org/officeDocument/2006/relationships/hyperlink" Target="https://doi.org/10.1016/j.drup.2026.101468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80/02656736.2026.2713200" TargetMode="External"/><Relationship Id="rId2" Type="http://schemas.openxmlformats.org/officeDocument/2006/relationships/hyperlink" Target="https://doi.org/10.1080/02656736.2026.2713200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tandfonline.com/doi/abs/10.1080/02656736.2026.2713200" TargetMode="External"/><Relationship Id="rId2" Type="http://schemas.openxmlformats.org/officeDocument/2006/relationships/hyperlink" Target="https://www.tandfonline.com/doi/abs/10.1080/02656736.2026.2713200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ascopubs.org/doi/abs/10.1200/JCO.2026.44.2_suppl.547" TargetMode="External"/><Relationship Id="rId2" Type="http://schemas.openxmlformats.org/officeDocument/2006/relationships/hyperlink" Target="https://ascopubs.org/doi/abs/10.1200/JCO.2026.44.2_suppl.547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link.springer.com/article/10.1007/s00262-025-04251-5" TargetMode="External"/><Relationship Id="rId2" Type="http://schemas.openxmlformats.org/officeDocument/2006/relationships/hyperlink" Target="https://link.springer.com/article/10.1007/s00262-025-04251-5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600" kern="0" dirty="0">
                <a:solidFill>
                  <a:srgbClr val="888888"/>
                </a:solidFill>
              </a:rPr>
              <a:t>WEEKLY DIGEST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1371600"/>
            <a:ext cx="10058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HCC</a:t>
            </a:r>
            <a:endParaRPr lang="en-US" sz="4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Weekly Digest</a:t>
            </a:r>
            <a:endParaRPr lang="en-US" sz="4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FCA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Prof. Lu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731520" y="502920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88888"/>
                </a:solidFill>
              </a:rPr>
              <a:t>2026-08-10 — 2026-08-17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548640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C2626"/>
                </a:solidFill>
              </a:rPr>
              <a:t>10 Selected Papers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888888"/>
                </a:solidFill>
              </a:rPr>
              <a:t>CONTENTS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10058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PD-1 blockade unleashes local hepatitis B virus-related B cell response inhibiti…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Competing risks of treatment discontinuation of atezolizumab plus bevacizumab in…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… plus transarterial chemoembolization and PD-1 inhibitors as conversion therapi…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… (PD-1 inhibitor) plus lenvatinib as conversion therapy followed by sequential 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Peripheral immune dynamics during treatment predict prognosis in HCC receiving T…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Consensus on standardized later-line systemic therapy for hepatocellular carcino…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Cryoablation versus radiofrequency ablation for hepatocellular carcinoma: a syst…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Cryoablation versus radiofrequency ablation for hepatocellular carcinoma: a syst…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Radiotherapy versus local ablation therapy for the treatment of hepatocellular c…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… on interventional therapy and immune checkpoint inhibitors (ICIs) in patients …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01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01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PD-1 blockade unleashes local hepatitis B virus-related B cell response inhibiting hepatocellular carcinoma.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Cancer cell  ·  IF 48.8  ·  RCT Phase 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Study on PD-1 therapy in HCC patients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Identified T cell and B cell responses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HBcAg triggers local B cell activation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Complement activation enhances anti-tumor effect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cell immunity boosts anti-PD-1 efficacy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Chen Shuling, Wang Yuanqi, Chen Jingying et al.. Cancer cell. 2026-08-10 DOI: 10.1016/j.ccell.2026.06.010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02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02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Competing risks of treatment discontinuation of atezolizumab plus bevacizumab in unresectable hepatocellular carcinoma.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JHEP reports : innovation in hepatology  ·  IF 7.8  ·  Retrospective Study  ·  🌏 Asia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Atezolizumab plus bevacizumab is standard therapy.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Discontinuation reasons include PD and AEs.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AFP and ALBI predict discontinuation causes.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Suda Goki, Sho Takuya, Abe Tamami et al.. JHEP reports : innovation in hepatology. 2026-08-11 DOI: 10.1016/j.jhepr.2026.101988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03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03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… plus transarterial chemoembolization and PD-1 inhibitors as conversion therapies for unresectable intermediate-advanced hepatocellular carcinoma: a phase 2 trial …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… and Targeted Therapy  ·  RCT Phase 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Combination of TACE and PD-1 inhibitors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 trial for uHCC patients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Evaluated efficacy versus TACE alone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X Zhang, H Cai, W Peng. … and Targeted Therapy. 2026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04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04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… (PD-1 inhibitor) plus lenvatinib as conversion therapy followed by sequential surgery (SILENSES) for advanced unresectable hepatocellular carcinoma: a phase II …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… and Targeted Therapy  ·  RCT Phase 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Study evaluates PD-1 inhibitor plus lenvatinib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Focus on advanced unresectable HCC patients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Sequential surgery after conversion therapy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Long-term survival outcomes assessed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II trial results presented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S Lu, W Zhang, J Li. … and Targeted Therapy. 2026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05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05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Peripheral immune dynamics during treatment predict prognosis in HCC receiving TACE plus ICIs and anti-VEGF/TKIs.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Clinical &amp; translational immunology  ·  Retrospective Study  ·  🌏 Asia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Study evaluates immune markers in HCC treatment.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Patients received TACE plus ICIs and anti-VEGF/TKIs.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Dynamic immune changes predict overall survival.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Prognostic nomogram developed from immune data.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immune dynamic subtypes identified for prognosis.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Qin Lihao, Zhu Linzhou, Yang Hao et al.. Clinical &amp; translational immunology. 2026-08-16 DOI: 10.1002/cti2.70115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06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06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Consensus on standardized later-line systemic therapy for hepatocellular carcinoma.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Drug resistance updates : reviews and commentaries in antimicrobial and anticancer chemotherapy  ·  Review  ·  🌏 Asia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Standardized consensus for later-line therapy established.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Addresses issues after targeted therapy failure.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Proposes unified evaluation criteria and recommendations.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Yu Hongli, Cheng Jiamin, Xia Feng et al.. Drug resistance updates : reviews and commentaries in antimicrobial and anticancer chemotherapy. 2026-08-14 DOI: 10.1016/j.drup.2026.101468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07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07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Cryoablation versus radiofrequency ablation for hepatocellular carcinoma: a systematic review and meta-analysis.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International journal of hyperthermia : the official journal of European Society for Hyperthermic Oncology, North American Hyperthermia Group  ·  Meta-Analysis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Cryoablation shows higher complete ablation rate.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Lower intraoperative pain with cryoablation.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Comparable progression-free survival between treatments.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significant overall survival difference observed.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Safety profiles are similar for both techniques.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Mao Kui, Wang Youqing, Yao Weijun et al.. International journal of hyperthermia : the official journal of European Society for Hyperthermic Oncology, North American Hyperthermia Group. 2026-08-13 DOI: 10.1080/02656736.2026.2713200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08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08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Cryoablation versus radiofrequency ablation for hepatocellular carcinoma: a systematic review and meta-analysis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International Journal of …  ·  Meta-Analysis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Cryoablation shows effective local control.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Comparison with radiofrequency ablation.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Focus on early-stage HCC patients.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K Mao, Y Wang, W Yao. International Journal of …. 2026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09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09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Radiotherapy versus local ablation therapy for the treatment of hepatocellular carcinoma: A systematic review and meta-analysis.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Journal of Clinical …  ·  Meta-Analysis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Comparison of radiotherapy and local ablation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Focus on hepatocellular carcinoma (HCC) treatment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Evaluation of local progression-free survival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Inclusion of radiofrequency and microwave ablation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Systematic review and meta-analysis conducted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SH Bae, SH Choi, SM Yoon. Journal of Clinical …. 2026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10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10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… on interventional therapy and immune checkpoint inhibitors (ICIs) in patients with intermediate-and advanced-stage hepatocellular carcinoma: a systematic review …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… , Immunotherapy  ·  Systematic Review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Combination therapy shows promising results in HCC.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ICIs enhance efficacy of interventional treatments.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Systematic review highlights clinical outcomes.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J Su, Y Su, R Mai. … , Immunotherapy. 2026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7F1D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600" kern="0" dirty="0">
                <a:solidFill>
                  <a:srgbClr val="888888"/>
                </a:solidFill>
              </a:rPr>
              <a:t>SYNTHESIS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Overall Insights (1/2)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1463040"/>
            <a:ext cx="10515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### 綜合啟示 (Overall Insights)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1. **PD-1抑制劑的免疫機制**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PD-1抑制劑不僅透過效應T細胞激活來發揮作用，還能釋放與乙型肝炎病毒相關的B細胞反應，顯示出其在肝細胞癌（HCC）治療中的多重機制。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**The PD-1 blockade not only activates effector T cells but also unleashes hepatitis B virus-related B cell responses, highlighting its multifaceted mechanisms in HCC treatment.**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2. **治療中斷的競爭風險**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對於不可切除的肝細胞癌，Atezolizumab與Bevacizumab的聯合療法的治療中斷原因多樣，傳統生存終點無法充分捕捉各種原因的時間變化。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**The reasons for treatment discontinuation in unresectable HCC patients receiving Atezolizumab plus Bevacizumab are diverse, and conventional survival endpoints fail to capture the time-varying probabilities of each cause.**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3. **轉化療法的潛力**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結合經動脈化療栓塞（TACE）與PD-1抑制劑的轉化療法顯示出對不可切除中晚期肝細胞癌的潛在益處，提供了新的治療選擇。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**Combination therapies involving transarterial chemoembolization (TACE) and PD-1 inhibitors show potential benefits for unresectable intermediate-advanced HCC, offering new treatment options.**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4. **外科手術後的長期生存結果**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在不可切除的肝細胞癌患者中，經過PD-1抑制劑與Lenvatinib的轉化療法後，隨後進行的外科手術顯示出良好的長期生存結果。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**In patients with unresectable HCC, sequential surgery following conversion therapy with PD-1 inhibitors and Lenvatinib demonstrates favorable long-term survival outcomes.**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5. **外周免疫動態的預後價值**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外周免疫標記物的靜態和動態變化在接受TACE及免疫檢查點抑制劑的HCC患者中，能預測預後，強調了免疫監測的重要性。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**Peripheral immune markers' static and dynamic changes can predict prognosis in HCC patients receiving TACE and immune checkpoint inhibitors, emphasizing the importance of immune monitoring.**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7F1D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600" kern="0" dirty="0">
                <a:solidFill>
                  <a:srgbClr val="888888"/>
                </a:solidFill>
              </a:rPr>
              <a:t>SYNTHESIS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Directions (2/2)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1463040"/>
            <a:ext cx="10515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### 未來研究方向 (Future Research Directions)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1. **探索PD-1抑制劑的多重作用**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進一步研究PD-1抑制劑在HCC治療中的多重免疫機制，以開發更有效的治療策略。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**Further exploration of the multifaceted immune mechanisms of PD-1 inhibitors in HCC treatment is needed to develop more effective therapeutic strategies.**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2. **治療中斷原因的深入分析**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針對不可切除HCC患者的治療中斷原因進行深入分析，尋求改善治療持續性的策略。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**In-depth analyses of the reasons for treatment discontinuation in unresectable HCC patients are necessary to identify strategies for improving treatment adherence.**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3. **轉化療法的長期隨訪研究**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進行長期隨訪研究，以評估轉化療法（如TACE與PD-1抑制劑聯合療法）的持續效果及其對生存率的影響。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**Long-term follow-up studies are needed to assess the sustained effects of conversion therapies (e.g., TACE combined with PD-1 inhibitors) and their impact on survival rates.**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4. **個體化免疫監測的發展**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發展個體化的免疫監測方法，以便更好地預測HCC患者對不同治療的反應。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**The development of personalized immune monitoring methods is essential to better predict HCC patients' responses to various treatments.**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5. **標準化後線治療的共識建立**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在HCC的後線治療中建立標準化的共識，以應對一線治療失敗後的臨床挑戰。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**Establishing a standardized consensus for later-line therapies in HCC is crucial to address clinical challenges following first-line treatment failures.**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2860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731520" y="39319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HCC Weekly Digest · 呂大教授 敬啟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HCC Weekly Digest</dc:title>
  <dc:subject>PptxGenJS Presentation</dc:subject>
  <dc:creator>HCC Weekly Digest</dc:creator>
  <cp:lastModifiedBy>HCC Weekly Digest</cp:lastModifiedBy>
  <cp:revision>1</cp:revision>
  <dcterms:created xsi:type="dcterms:W3CDTF">2026-08-17T02:17:30Z</dcterms:created>
  <dcterms:modified xsi:type="dcterms:W3CDTF">2026-08-17T02:17:30Z</dcterms:modified>
</cp:coreProperties>
</file>