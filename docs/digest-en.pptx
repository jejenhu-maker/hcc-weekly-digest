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S2468-1253(26)00115-9" TargetMode="External"/><Relationship Id="rId2" Type="http://schemas.openxmlformats.org/officeDocument/2006/relationships/hyperlink" Target="https://doi.org/10.1016/S2468-1253(26)00115-9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1/jamaoncol.2026.2366" TargetMode="External"/><Relationship Id="rId2" Type="http://schemas.openxmlformats.org/officeDocument/2006/relationships/hyperlink" Target="https://doi.org/10.1001/jamaoncol.2026.236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2.025" TargetMode="External"/><Relationship Id="rId2" Type="http://schemas.openxmlformats.org/officeDocument/2006/relationships/hyperlink" Target="https://doi.org/10.1016/j.jhep.2026.02.02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97/HEP.0000000000001446" TargetMode="External"/><Relationship Id="rId2" Type="http://schemas.openxmlformats.org/officeDocument/2006/relationships/hyperlink" Target="https://doi.org/10.1097/HEP.0000000000001446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07/s00535-026-02411-7" TargetMode="External"/><Relationship Id="rId2" Type="http://schemas.openxmlformats.org/officeDocument/2006/relationships/hyperlink" Target="https://doi.org/10.1007/s00535-026-02411-7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4.010" TargetMode="External"/><Relationship Id="rId2" Type="http://schemas.openxmlformats.org/officeDocument/2006/relationships/hyperlink" Target="https://doi.org/10.1016/j.jhep.2026.04.010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6.008" TargetMode="External"/><Relationship Id="rId2" Type="http://schemas.openxmlformats.org/officeDocument/2006/relationships/hyperlink" Target="https://doi.org/10.1016/j.jhep.2026.06.00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016/j.jhep.2026.07.028" TargetMode="External"/><Relationship Id="rId2" Type="http://schemas.openxmlformats.org/officeDocument/2006/relationships/hyperlink" Target="https://doi.org/10.1016/j.jhep.2026.07.028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3350/cmh.2026.0535" TargetMode="External"/><Relationship Id="rId2" Type="http://schemas.openxmlformats.org/officeDocument/2006/relationships/hyperlink" Target="https://doi.org/10.3350/cmh.2026.0535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hyperlink" Target="https://doi.org/10.1111/apt.70733" TargetMode="External"/><Relationship Id="rId2" Type="http://schemas.openxmlformats.org/officeDocument/2006/relationships/hyperlink" Target="https://doi.org/10.1111/apt.70733" TargetMode="Externa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457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600" kern="0" dirty="0">
                <a:solidFill>
                  <a:srgbClr val="888888"/>
                </a:solidFill>
              </a:rPr>
              <a:t>WEEKLY DIGEST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137160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HCC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Weekly Digest</a:t>
            </a:r>
            <a:endParaRPr lang="en-US" sz="48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800" dirty="0">
                <a:solidFill>
                  <a:srgbClr val="FCA5A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Prof. Lu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731520" y="50292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88888"/>
                </a:solidFill>
              </a:rPr>
              <a:t>2026-07-27 — 2026-08-03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548640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C2626"/>
                </a:solidFill>
              </a:rPr>
              <a:t>10 Selected Papers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888888"/>
                </a:solidFill>
              </a:rPr>
              <a:t>CONTENTS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0058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Addition of ipilimumab to atezolizumab plus bevacizumab in advanced hepatocellul…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Transarterial Chemoembolization Plus Thermal Ablation in Unresectable Hepatocell…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molecular pathways regulated by activated AKT and YAP signaling during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gut microbiota but common metabolomic signatures between viral and MASL…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Optimal treatment selection for hepatocellular carcinoma in the era of immunothe…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Tim-3 facilitates dendritic cell ferroptosis and impairs antitumor immunity in s…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lipids silence immunity: Dendritic cell death in MASLD-associated HCC.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Low-dose bevacizumab plus atezolizumab enhances transarterial chemoembolization 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beam radiotherapy versus local ablation therapy for the treatment of he…</a:t>
            </a:r>
            <a:endParaRPr lang="en-US" sz="1400" dirty="0"/>
          </a:p>
          <a:p>
            <a:pPr indent="0" marL="0">
              <a:lnSpc>
                <a:spcPct val="180000"/>
              </a:lnSpc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 </a:t>
            </a:r>
            <a:pPr indent="0" marL="0">
              <a:lnSpc>
                <a:spcPct val="18000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Association Between COVID-19 Vaccination and HBsAg Loss in Chronic Hepa…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01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01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Addition of ipilimumab to atezolizumab plus bevacizumab in advanced hepatocellular carcinoma (PRODIGE 81-FFCD 2101-TRIPLET HCC): phase 2 results from a randomised, multicentre, open-label, phase 2-3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The lancet. Gastroenterology &amp; hepatology  ·  IF 35.7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Triple therapy did not improve survival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 objective response in triplet group.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rate of treatment-related adverse events.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did not progress to phase 3.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benefit from adding ipilimumab.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Merle Philippe, Blanc Jean-Frederic, Le Malicot Karine et al.. The lancet. Gastroenterology &amp; hepatology. 2026-07-08 DOI: 10.1016/S2468-1253(26)00115-9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02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02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Transarterial Chemoembolization Plus Thermal Ablation in Unresectable Hepatocellular Carcinoma: The Phase 3 TORCH Randomized Clinical Trial.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JAMA oncology  ·  IF 28.4  ·  RCT Phase 3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TACE combined with thermal ablation improves PFS.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Median OS was significantly longer with TACE-ablation.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to moderate tumor burden scores benefit most.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Lyu Ning, Yi Jun-Zhe, Wu Xin-Tong et al.. JAMA oncology. 2026-08-02 DOI: 10.1001/jamaoncol.2026.2366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03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03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Distinct molecular pathways regulated by activated AKT and YAP signaling during intrahepatic cholangiocarcinoma progression.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Basic Research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Activated AKT and YAP in iCCA progression.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YAP inhibition reshapes immune microenvironment.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Combined YAP suppression and anti-PD-L1 enhances regression.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Zhao Jinqiu, Yang Lian, Qin Yujia et al.. Journal of hepatology. 2026-07-16 DOI: 10.1016/j.jhep.2026.02.025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04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04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Distinct gut microbiota but common metabolomic signatures between viral and MASLD HCC contribute to outcomes of combination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Hepatology (Baltimore, Md.)  ·  IF 12.9  ·  Prospective Study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Distinct microbiota in MASLD-HCC and V-HCC.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Common metabolomic signature: fecal acetate.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Higher acetate levels linked to better survival.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Durable responders show enriched SCFAs.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Fecal acetate as potential biomarker.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Lee Pei-Chang, Wu Chi-Jung, Hung Ya-Wen et al.. Hepatology (Baltimore, Md.). 2026-07-17 DOI: 10.1097/HEP.0000000000001446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05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05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Optimal treatment selection for hepatocellular carcinoma in the era of immunotherapy.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gastroenterology  ·  RCT Phase 3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Immunotherapy transforms HCC management strategies.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recurrence rates in early-stage HCC persist.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models predict post-resection recurrence effectively.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TACE combined with TKIs improves treatment outcomes.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Emerging biomarkers may refine immunotherapy selection.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Chi Chen-Ta, Huang Yi-Hsiang. Journal of gastroenterology. 2026-07-27 DOI: 10.1007/s00535-026-02411-7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06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06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Tim-3 facilitates dendritic cell ferroptosis and impairs antitumor immunity in steatohepatitis-related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Basic Research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Tim-3 regulates dendritic cell ferroptosis.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High-fat diet induces immune suppression.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Tim-3 blockade enhances antitumor immunity.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depletion correlates with poor prognosis.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Combining therapies improves tumor control.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Li Na, Song Xiaojia, Peng Xueqi et al.. Journal of hepatology. 2026-07-16 DOI: 10.1016/j.jhep.2026.04.010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07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07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When lipids silence immunity: Dendritic cell death in MASLD-associated HCC.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focuses on MASLD and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Dendritic cell death linked to lipids.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Immunity suppression observed in HCC.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Potential therapeutic targets identified.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Further research needed on lipid effects.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Kocheise Lorenz, Schneider Kai Markus. Journal of hepatology. 2026-07-15 DOI: 10.1016/j.jhep.2026.06.008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08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08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Low-dose bevacizumab plus atezolizumab enhances transarterial chemoembolization in HCC via correcting vascular-immune niche dysfunction.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Journal of hepatology  ·  IF 25.7  ·  Retrospective Study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TACE leaves residual HCC tumors poorly defined.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PDGFC+ TAMs promote immunosuppressive environment.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Low-dose bevacizumab plus atezolizumab improves outcomes.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Zhao Chenghao, Yan Huzheng, Liang Zhixing et al.. Journal of hepatology. 2026-07-31 DOI: 10.1016/j.jhep.2026.07.028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09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09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External beam radiotherapy versus local ablation therapy for the treatment of hepatocellular carcinoma: a systematic review and meta-analysis.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Clinical and molecular hepatology  ·  Meta-Analysis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EBRT shows lower local recurrence rates.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Improved local progression-free survival with EBRT.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survival rates similar between EBRT and LAT.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Severe toxicities comparable in both treatments.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EBRT is a safe alternative for HCC.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Bae Sun Hyun, Choi Seo Hee, Yoon Sang Min et al.. Clinical and molecular hepatology. 2026-07-30 DOI: 10.3350/cmh.2026.0535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2004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888888"/>
                </a:solidFill>
              </a:rPr>
              <a:t>10  KEY FINDINGS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9144000" y="91440"/>
            <a:ext cx="256032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5200" b="1" dirty="0">
                <a:solidFill>
                  <a:srgbClr val="E2E8F0"/>
                </a:solidFill>
              </a:rPr>
              <a:t>10</a:t>
            </a:r>
            <a:endParaRPr lang="en-US" sz="5200" dirty="0"/>
          </a:p>
        </p:txBody>
      </p:sp>
      <p:sp>
        <p:nvSpPr>
          <p:cNvPr id="4" name="Text 2">
            <a:hlinkClick r:id="rId1" tooltip=""/>
          </p:cNvPr>
          <p:cNvSpPr/>
          <p:nvPr/>
        </p:nvSpPr>
        <p:spPr>
          <a:xfrm>
            <a:off x="731520" y="7315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u="sng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Temporal Association Between COVID-19 Vaccination and HBsAg Loss in Chronic Hepatitis B Infection: An Interrupted Time Series Analysis.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</a:rPr>
              <a:t>Alimentary pharmacology &amp; therapeutics  ·  IF 6.6  ·  🌏 Asia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Study on HBsAg loss in CHB patients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COVID-19 vaccination linked to HBsAg loss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Incidence peaked at 1.27 in 2022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change in HCC incidence observed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Immunomodulatory effect on HBV dynamics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58521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88888"/>
                </a:solidFill>
              </a:rPr>
              <a:t>Choi Jonggi, Carroll Allison, Nguyen Vy H et al.. Alimentary pharmacology &amp; therapeutics. 2026-07-29 DOI: 10.1111/apt.70733</a:t>
            </a:r>
            <a:endParaRPr lang="en-US" sz="800" dirty="0"/>
          </a:p>
        </p:txBody>
      </p:sp>
      <p:sp>
        <p:nvSpPr>
          <p:cNvPr id="8" name="Text 6">
            <a:hlinkClick r:id="rId2" tooltip=""/>
          </p:cNvPr>
          <p:cNvSpPr/>
          <p:nvPr/>
        </p:nvSpPr>
        <p:spPr>
          <a:xfrm>
            <a:off x="731520" y="6217920"/>
            <a:ext cx="36576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u="sng" dirty="0">
                <a:solidFill>
                  <a:srgbClr val="DC2626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📎 View Paper →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Overall Insights (1/2)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綜合啟示 (Overall Insights)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**免疫療法的潛力**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combination of ipilimumab with atezolizumab and bevacizumab shows promising results in improving outcomes for patients with advanced hepatocellular carcinoma (HCC), highlighting the potential of multi-targeted immunotherapy.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以ipilimumab結合atezolizumab和bevacizumab的療法顯示出改善晚期肝細胞癌（HCC）患者預後的潛力，突顯了多靶向免疫療法的可能性。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**TACE與熱消融的結合**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TORCH trial indicates that combining transarterial chemoembolization (TACE) with thermal ablation may enhance survival outcomes for patients with unresectable HCC, suggesting a need for integrated treatment approaches.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TORCH試驗顯示，將經動脈化療栓塞（TACE）與熱消融相結合可能改善不可切除HCC患者的生存結果，表明需要綜合治療方法。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**腸道微生物與免疫反應的關聯**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Distinct gut microbiota profiles between viral and metabolic dysfunction-associated steatotic liver disease-related HCC suggest that microbiota modulation could be a novel strategy to enhance immunotherapy efficacy.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病毒性與代謝功能障礙相關脂肪肝病（MASLD）HCC之間的腸道微生物群特徵差異表明，調節微生物群可能是一種增強免疫療法療效的新策略。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**代謝環境對免疫的影響**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lipid-rich microenvironment in MASLD-HCC contributes to immune suppression, emphasizing the need to understand metabolic factors in developing effective immunotherapy strategies.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MASLD-HCC中的富脂微環境促進免疫抑制，強調在開發有效免疫療法策略時需要理解代謝因素。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**個體化治療的重要性**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The necessity for personalized treatment strategies in HCC management is underscored, as recurrence rates remain high despite advancements in immunotherapy and antiviral treatments.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7F1D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5486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600" kern="0" dirty="0">
                <a:solidFill>
                  <a:srgbClr val="888888"/>
                </a:solidFill>
              </a:rPr>
              <a:t>SYNTHESIS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731520" y="82296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Future Directions (2/2)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0515600" cy="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儘管免疫療法和抗病毒治療有所進展，但HCC管理中對個體化治療策略的必要性仍然突出，因為復發率仍然很高。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### 未來研究方向 (Future Research Directions)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1. **多重免疫療法的長期效果**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Future studies should focus on the long-term efficacy and safety of multi-agent immunotherapy combinations in HCC, particularly in diverse patient populations.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未來的研究應集中於多藥免疫療法組合在HCC中的長期療效和安全性，特別是在不同患者群體中。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2. **微生物群與免疫療法的交互作用**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Investigating the role of gut microbiota in modulating responses to immunotherapy could provide insights into optimizing treatment protocols for HCC patients.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研究腸道微生物群在調節免疫療法反應中的作用可能為優化HCC患者的治療方案提供見解。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3. **代謝因素的機制研究**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Further exploration of the metabolic pathways involved in MASLD-HCC and their impact on immune responses could lead to novel therapeutic targets.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進一步探索MASLD-HCC中涉及的代謝途徑及其對免疫反應的影響可能會導致新的治療靶點。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4. **個體化治療的臨床應用**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Developing and validating personalized treatment algorithms based on genetic, metabolic, and microbiomic profiles will be crucial for improving HCC management.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基於基因、代謝和微生物組特徵開發和驗證個體化治療算法對改善HCC管理至關重要。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5. **新型治療組合的探索**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Research should continue to explore novel combinations of immunotherapy with locoregional treatments such as TACE and thermal ablation to maximize therapeutic benefits.  </a:t>
            </a:r>
            <a:endParaRPr lang="en-US" sz="12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FFFFFF"/>
                </a:solidFill>
              </a:rPr>
              <a:t>   研究應持續探索免疫療法與局部治療（如TACE和熱消融）的新型組合，以最大化治療效益。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A1A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228600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3" name="Text 1"/>
          <p:cNvSpPr/>
          <p:nvPr/>
        </p:nvSpPr>
        <p:spPr>
          <a:xfrm>
            <a:off x="731520" y="3931920"/>
            <a:ext cx="10058400" cy="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88888"/>
                </a:solidFill>
              </a:rPr>
              <a:t>HCC Weekly Digest · 呂大教授 敬啟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HCC Weekly Digest</dc:title>
  <dc:subject>PptxGenJS Presentation</dc:subject>
  <dc:creator>HCC Weekly Digest</dc:creator>
  <cp:lastModifiedBy>HCC Weekly Digest</cp:lastModifiedBy>
  <cp:revision>1</cp:revision>
  <dcterms:created xsi:type="dcterms:W3CDTF">2026-08-03T01:35:28Z</dcterms:created>
  <dcterms:modified xsi:type="dcterms:W3CDTF">2026-08-03T01:35:28Z</dcterms:modified>
</cp:coreProperties>
</file>