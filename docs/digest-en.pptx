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Unified framework for understanding liver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shows key hallmarks like immune evasion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Immunotherapies improve outcomes for advanced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iCCA has distinct hallmarks and precision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strategies may enhance liver cancer treatment</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SBRT plus immune therapy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assessed by treatment-related adverse events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One patient achieved complete pathologic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All resected patients relapse-free at follow-up</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Increased anti-cancer immune infiltration observed</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Hepatectomy affects anti-PD-1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Mouse model used for HCC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efficacy remains intact</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Lactobacillus johnsonii enhances CD8+ T-cell expansion.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levels correlate with disease-free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Nicotinic acid activates NF-κB pathway.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inhibits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CD8+ T cells are crucial for efficacy.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CAFs drive immunosuppression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NNMT regulates ANGPTL4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ANGPTL4 enhances tumor immune evasion.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NNMT-ANGPTL4 restores T-cell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improves anti-PD-L1 efficacy.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Fc region impacts PD-1 therapy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Selective depletion of CD8 T cells in liver.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Fc-dependent mechanism via FcγR III.</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Phagocytic cells mediate T cell depletion.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Implications for liver cancer treatments.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study on HCC with PVTT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HAIC combined with lenvatinib and PD-1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outcomes compared to standard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curative-intent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hepatocellular carcinoma</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uHCC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added for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potential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suggest improved patient outcomes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Atez+Bev shows efficacy after Dur+Tre.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 is 25.0%.</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Disease control rate reaches 75.0%.</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Adverse events vary between treatments.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Prior Dur+Tre may enhance immune response.</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radiotherapy and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hepatocellular carcinoma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Evaluation of local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Inclusion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Text 2"/>
          <p:cNvSpPr/>
          <p:nvPr/>
        </p:nvSpPr>
        <p:spPr>
          <a:xfrm>
            <a:off x="731520" y="256032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**免疫療法的潛力**  </a:t>
            </a:r>
            <a:endParaRPr lang="en-US" sz="1200" dirty="0"/>
          </a:p>
          <a:p>
            <a:pPr indent="0" marL="0">
              <a:lnSpc>
                <a:spcPct val="160000"/>
              </a:lnSpc>
              <a:buNone/>
            </a:pPr>
            <a:r>
              <a:rPr lang="en-US" sz="1200" dirty="0">
                <a:solidFill>
                  <a:srgbClr val="FFFFFF"/>
                </a:solidFill>
              </a:rPr>
              <a:t>   The integration of immune therapy with traditional treatments such as surgery and local ablation has shown promising results in enhancing therapeutic outcomes for HCC patients.  </a:t>
            </a:r>
            <a:endParaRPr lang="en-US" sz="1200" dirty="0"/>
          </a:p>
          <a:p>
            <a:pPr indent="0" marL="0">
              <a:lnSpc>
                <a:spcPct val="160000"/>
              </a:lnSpc>
              <a:buNone/>
            </a:pPr>
            <a:r>
              <a:rPr lang="en-US" sz="1200" dirty="0">
                <a:solidFill>
                  <a:srgbClr val="FFFFFF"/>
                </a:solidFill>
              </a:rPr>
              <a:t>   免疫療法與傳統治療（如手術和局部消融）的結合顯示出改善肝癌患者療效的潛力。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**腫瘤微環境的重塑**  </a:t>
            </a:r>
            <a:endParaRPr lang="en-US" sz="1200" dirty="0"/>
          </a:p>
          <a:p>
            <a:pPr indent="0" marL="0">
              <a:lnSpc>
                <a:spcPct val="160000"/>
              </a:lnSpc>
              <a:buNone/>
            </a:pPr>
            <a:r>
              <a:rPr lang="en-US" sz="1200" dirty="0">
                <a:solidFill>
                  <a:srgbClr val="FFFFFF"/>
                </a:solidFill>
              </a:rPr>
              <a:t>   Neoadjuvant therapies, including stereotactic body radiation therapy combined with immune therapy, can favorably remodel the tumor microenvironment, potentially improving patient responses.  </a:t>
            </a:r>
            <a:endParaRPr lang="en-US" sz="1200" dirty="0"/>
          </a:p>
          <a:p>
            <a:pPr indent="0" marL="0">
              <a:lnSpc>
                <a:spcPct val="160000"/>
              </a:lnSpc>
              <a:buNone/>
            </a:pPr>
            <a:r>
              <a:rPr lang="en-US" sz="1200" dirty="0">
                <a:solidFill>
                  <a:srgbClr val="FFFFFF"/>
                </a:solidFill>
              </a:rPr>
              <a:t>   新輔助療法（如立體定向體部放射治療結合免疫療法）能夠有利地重塑腫瘤微環境，可能改善患者的反應。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**癌症相關成纖維細胞的角色**  </a:t>
            </a:r>
            <a:endParaRPr lang="en-US" sz="1200" dirty="0"/>
          </a:p>
          <a:p>
            <a:pPr indent="0" marL="0">
              <a:lnSpc>
                <a:spcPct val="160000"/>
              </a:lnSpc>
              <a:buNone/>
            </a:pPr>
            <a:r>
              <a:rPr lang="en-US" sz="1200" dirty="0">
                <a:solidFill>
                  <a:srgbClr val="FFFFFF"/>
                </a:solidFill>
              </a:rPr>
              <a:t>   Cancer-associated fibroblasts (CAFs) play a crucial role in promoting immunosuppression in HCC, highlighting the need to target these cells for effective therapy.  </a:t>
            </a:r>
            <a:endParaRPr lang="en-US" sz="1200" dirty="0"/>
          </a:p>
          <a:p>
            <a:pPr indent="0" marL="0">
              <a:lnSpc>
                <a:spcPct val="160000"/>
              </a:lnSpc>
              <a:buNone/>
            </a:pPr>
            <a:r>
              <a:rPr lang="en-US" sz="1200" dirty="0">
                <a:solidFill>
                  <a:srgbClr val="FFFFFF"/>
                </a:solidFill>
              </a:rPr>
              <a:t>   癌症相關成纖維細胞（CAFs）在促進肝癌的免疫抑制中扮演關鍵角色，強調了針對這些細胞的治療需求。</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**手術後復發的挑戰**  </a:t>
            </a:r>
            <a:endParaRPr lang="en-US" sz="1200" dirty="0"/>
          </a:p>
          <a:p>
            <a:pPr indent="0" marL="0">
              <a:lnSpc>
                <a:spcPct val="160000"/>
              </a:lnSpc>
              <a:buNone/>
            </a:pPr>
            <a:r>
              <a:rPr lang="en-US" sz="1200" dirty="0">
                <a:solidFill>
                  <a:srgbClr val="FFFFFF"/>
                </a:solidFill>
              </a:rPr>
              <a:t>   Despite effective surgical interventions, postoperative recurrence remains a significant challenge, necessitating further research into mechanisms and preventive strategies.  </a:t>
            </a:r>
            <a:endParaRPr lang="en-US" sz="1200" dirty="0"/>
          </a:p>
          <a:p>
            <a:pPr indent="0" marL="0">
              <a:lnSpc>
                <a:spcPct val="160000"/>
              </a:lnSpc>
              <a:buNone/>
            </a:pPr>
            <a:r>
              <a:rPr lang="en-US" sz="1200" dirty="0">
                <a:solidFill>
                  <a:srgbClr val="FFFFFF"/>
                </a:solidFill>
              </a:rPr>
              <a:t>   儘管手術干預有效，術後復發仍然是一個重大挑戰，需要進一步研究其機制和預防策略。</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**多模態治療的必要性**  </a:t>
            </a:r>
            <a:endParaRPr lang="en-US" sz="1200" dirty="0"/>
          </a:p>
          <a:p>
            <a:pPr indent="0" marL="0">
              <a:lnSpc>
                <a:spcPct val="160000"/>
              </a:lnSpc>
              <a:buNone/>
            </a:pPr>
            <a:r>
              <a:rPr lang="en-US" sz="1200" dirty="0">
                <a:solidFill>
                  <a:srgbClr val="FFFFFF"/>
                </a:solidFill>
              </a:rPr>
              <a:t>   The combination of various treatment modalities, including immunotherapy, local ablation, and systemic therapies, is essential for improving outcomes in advanced HCC cases.  </a:t>
            </a:r>
            <a:endParaRPr lang="en-US" sz="1200" dirty="0"/>
          </a:p>
          <a:p>
            <a:pPr indent="0" marL="0">
              <a:lnSpc>
                <a:spcPct val="160000"/>
              </a:lnSpc>
              <a:buNone/>
            </a:pPr>
            <a:r>
              <a:rPr lang="en-US" sz="1200" dirty="0">
                <a:solidFill>
                  <a:srgbClr val="FFFFFF"/>
                </a:solidFill>
              </a:rPr>
              <a:t>   結合各種治療模式，包括免疫療法、局部消融和全身療法，對於改善晚期肝癌病例的療效至關重要。</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**早期階段的免疫療法應用**  </a:t>
            </a:r>
            <a:endParaRPr lang="en-US" sz="1200" dirty="0"/>
          </a:p>
          <a:p>
            <a:pPr indent="0" marL="0">
              <a:lnSpc>
                <a:spcPct val="160000"/>
              </a:lnSpc>
              <a:buNone/>
            </a:pPr>
            <a:r>
              <a:rPr lang="en-US" sz="1200" dirty="0">
                <a:solidFill>
                  <a:srgbClr val="FFFFFF"/>
                </a:solidFill>
              </a:rPr>
              <a:t>   Investigating the optimal use of immune therapy in early-stage HCC will be crucial for maximizing patient benefits and reducing recurrence rates.  </a:t>
            </a:r>
            <a:endParaRPr lang="en-US" sz="1200" dirty="0"/>
          </a:p>
          <a:p>
            <a:pPr indent="0" marL="0">
              <a:lnSpc>
                <a:spcPct val="160000"/>
              </a:lnSpc>
              <a:buNone/>
            </a:pPr>
            <a:r>
              <a:rPr lang="en-US" sz="1200" dirty="0">
                <a:solidFill>
                  <a:srgbClr val="FFFFFF"/>
                </a:solidFill>
              </a:rPr>
              <a:t>   研究免疫療法在早期肝癌中的最佳應用對於最大化患者利益和降低復發率至關重要。</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**腫瘤微環境的深入研究**  </a:t>
            </a:r>
            <a:endParaRPr lang="en-US" sz="1200" dirty="0"/>
          </a:p>
          <a:p>
            <a:pPr indent="0" marL="0">
              <a:lnSpc>
                <a:spcPct val="160000"/>
              </a:lnSpc>
              <a:buNone/>
            </a:pPr>
            <a:r>
              <a:rPr lang="en-US" sz="1200" dirty="0">
                <a:solidFill>
                  <a:srgbClr val="FFFFFF"/>
                </a:solidFill>
              </a:rPr>
              <a:t>   Further exploration of the tumor microenvironment, particularly the role of CAFs and other immune cells, will provide insights into new therapeutic targets.  </a:t>
            </a:r>
            <a:endParaRPr lang="en-US" sz="1200" dirty="0"/>
          </a:p>
          <a:p>
            <a:pPr indent="0" marL="0">
              <a:lnSpc>
                <a:spcPct val="160000"/>
              </a:lnSpc>
              <a:buNone/>
            </a:pPr>
            <a:r>
              <a:rPr lang="en-US" sz="1200" dirty="0">
                <a:solidFill>
                  <a:srgbClr val="FFFFFF"/>
                </a:solidFill>
              </a:rPr>
              <a:t>   深入研究腫瘤微環境，特別是CAFs和其他免疫細胞的角色，將提供新的治療靶點的見解。</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**新輔助療法的臨床試驗**  </a:t>
            </a:r>
            <a:endParaRPr lang="en-US" sz="1200" dirty="0"/>
          </a:p>
          <a:p>
            <a:pPr indent="0" marL="0">
              <a:lnSpc>
                <a:spcPct val="160000"/>
              </a:lnSpc>
              <a:buNone/>
            </a:pPr>
            <a:r>
              <a:rPr lang="en-US" sz="1200" dirty="0">
                <a:solidFill>
                  <a:srgbClr val="FFFFFF"/>
                </a:solidFill>
              </a:rPr>
              <a:t>   Conducting more clinical trials on neoadjuvant therapies that combine radiation and immunotherapy could yield valuable data on their efficacy and safety.  </a:t>
            </a:r>
            <a:endParaRPr lang="en-US" sz="1200" dirty="0"/>
          </a:p>
          <a:p>
            <a:pPr indent="0" marL="0">
              <a:lnSpc>
                <a:spcPct val="160000"/>
              </a:lnSpc>
              <a:buNone/>
            </a:pPr>
            <a:r>
              <a:rPr lang="en-US" sz="1200" dirty="0">
                <a:solidFill>
                  <a:srgbClr val="FFFFFF"/>
                </a:solidFill>
              </a:rPr>
              <a:t>   開展更多關於結合放射治療和免疫療法的新輔助療法的臨床試驗，可能會產生有價值的療效和安全性數據。</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**個體化治療策略的發展**  </a:t>
            </a:r>
            <a:endParaRPr lang="en-US" sz="1200" dirty="0"/>
          </a:p>
          <a:p>
            <a:pPr indent="0" marL="0">
              <a:lnSpc>
                <a:spcPct val="160000"/>
              </a:lnSpc>
              <a:buNone/>
            </a:pPr>
            <a:r>
              <a:rPr lang="en-US" sz="1200" dirty="0">
                <a:solidFill>
                  <a:srgbClr val="FFFFFF"/>
                </a:solidFill>
              </a:rPr>
              <a:t>   Developing personalized treatment strategies based on genetic and molecular profiling of HCC tumors will enhance treatment efficacy and reduce adverse effects.  </a:t>
            </a:r>
            <a:endParaRPr lang="en-US" sz="1200" dirty="0"/>
          </a:p>
          <a:p>
            <a:pPr indent="0" marL="0">
              <a:lnSpc>
                <a:spcPct val="160000"/>
              </a:lnSpc>
              <a:buNone/>
            </a:pPr>
            <a:r>
              <a:rPr lang="en-US" sz="1200" dirty="0">
                <a:solidFill>
                  <a:srgbClr val="FFFFFF"/>
                </a:solidFill>
              </a:rPr>
              <a:t>   根據肝癌腫瘤的基因和分子特徵發展個體化治療策略，將提高治療效果並減少不良反應。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**多模態治療的整合研究**  </a:t>
            </a:r>
            <a:endParaRPr lang="en-US" sz="1200" dirty="0"/>
          </a:p>
          <a:p>
            <a:pPr indent="0" marL="0">
              <a:lnSpc>
                <a:spcPct val="160000"/>
              </a:lnSpc>
              <a:buNone/>
            </a:pPr>
            <a:r>
              <a:rPr lang="en-US" sz="1200" dirty="0">
                <a:solidFill>
                  <a:srgbClr val="FFFFFF"/>
                </a:solidFill>
              </a:rPr>
              <a:t>   Future studies should focus on the integration of multimodal therapies, assessing their synergistic effects and optimizing treatment protocols for HCC.  </a:t>
            </a:r>
            <a:endParaRPr lang="en-US" sz="1200" dirty="0"/>
          </a:p>
          <a:p>
            <a:pPr indent="0" marL="0">
              <a:lnSpc>
                <a:spcPct val="160000"/>
              </a:lnSpc>
              <a:buNone/>
            </a:pPr>
            <a:r>
              <a:rPr lang="en-US" sz="1200" dirty="0">
                <a:solidFill>
                  <a:srgbClr val="FFFFFF"/>
                </a:solidFill>
              </a:rPr>
              <a:t>   未來的研究應專注於多模態治療的整合，評估其協同效應並優化肝癌的治療方案。</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2026-04-19T09:50:02Z</dcterms:created>
  <dcterms:modified xsi:type="dcterms:W3CDTF">2026-04-19T09:50:02Z</dcterms:modified>
</cp:coreProperties>
</file>