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ell.2026.03.001" TargetMode="External"/><Relationship Id="rId2" Type="http://schemas.openxmlformats.org/officeDocument/2006/relationships/hyperlink" Target="https://doi.org/10.1016/j.cell.2026.03.00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1078-0432.CCR-25-4779" TargetMode="External"/><Relationship Id="rId2" Type="http://schemas.openxmlformats.org/officeDocument/2006/relationships/hyperlink" Target="https://doi.org/10.1158/1078-0432.CCR-25-477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HEP.0000000000001731" TargetMode="External"/><Relationship Id="rId2" Type="http://schemas.openxmlformats.org/officeDocument/2006/relationships/hyperlink" Target="https://doi.org/10.1097/HEP.000000000000173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0008-5472.CAN-25-0346" TargetMode="External"/><Relationship Id="rId2" Type="http://schemas.openxmlformats.org/officeDocument/2006/relationships/hyperlink" Target="https://doi.org/10.1158/0008-5472.CAN-25-034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2/advs.202521418" TargetMode="External"/><Relationship Id="rId2" Type="http://schemas.openxmlformats.org/officeDocument/2006/relationships/hyperlink" Target="https://doi.org/10.1002/advs.20252141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73/pnas.2427192123" TargetMode="External"/><Relationship Id="rId2" Type="http://schemas.openxmlformats.org/officeDocument/2006/relationships/hyperlink" Target="https://doi.org/10.1073/pnas.242719212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pmc.ncbi.nlm.nih.gov/articles/PMC12939993/" TargetMode="External"/><Relationship Id="rId2" Type="http://schemas.openxmlformats.org/officeDocument/2006/relationships/hyperlink" Target="https://pmc.ncbi.nlm.nih.gov/articles/PMC12939993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5-02498-z" TargetMode="External"/><Relationship Id="rId2" Type="http://schemas.openxmlformats.org/officeDocument/2006/relationships/hyperlink" Target="https://www.nature.com/articles/s41392-025-02498-z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2169/internalmedicine.6021-25" TargetMode="External"/><Relationship Id="rId2" Type="http://schemas.openxmlformats.org/officeDocument/2006/relationships/hyperlink" Target="https://doi.org/10.2169/internalmedicine.6021-2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scopubs.org/doi/abs/10.1200/JCO.2026.44.2_suppl.547" TargetMode="External"/><Relationship Id="rId2" Type="http://schemas.openxmlformats.org/officeDocument/2006/relationships/hyperlink" Target="https://ascopubs.org/doi/abs/10.1200/JCO.2026.44.2_suppl.54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Digest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Prof. Lu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2026-04-12 — 2026-04-19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Selected Papers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Hallmarks of liver cancer: Therapeutic implications.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stereotactic body radiation therapy plus immune therapy favorably re…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Erratum: Hepatectomy alters adjuvant anti-PD-1 action in a mouse model of HCC bu…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Intratumoral Lactobacillus johnsonii Enhances Sensitivity to PD-1 Blockade by In…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Cancer-Associated Fibroblasts Promote Tumor Immunosuppression in Hepatocellular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Selective depletion of virus-specific CD8 T cells from the liver after PD-1 ther…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Immunotherapy in Hepatocellular Carcinoma with Portal Vein Tumour Thrombosis: Fr…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plus transarterial chemoembolization and PD-1 inhibitors as conversion therapi…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Efficacy and Safety of Atezolizumab Plus Bevacizumab after Durvalumab Plus 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Radiotherapy versus local ablation therapy for the treatment of hepatocellular c…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Hallmarks of liver cancer: Therapeutic implications.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Cell  ·  IF 45.5  · 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Hallmarks guide liver cancer understanding.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 shows unique immune evasion traits.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Immunotherapy improves advanced HCC outcomes.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iCCA has distinct genetic alterations.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oncology targets iCCA mutations.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Neoadjuvant stereotactic body radiation therapy plus immune therapy favorably remodels the hepatocellular carcinoma tumor microenvironment.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cancer research : an official journal of the American Association for Cancer Research  ·  IF 11.5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SBRT combined with immune therapy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study with 8 patients, safety assessed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patient had grade 3 treatment-related adverse event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resected patients achieved R0 resection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Increased immune infiltration post-treatment observed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Erratum: Hepatectomy alters adjuvant anti-PD-1 action in a mouse model of HCC but does not compromise neoadjuvant efficacy.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Hepatology (Baltimore, Md.)  ·  IF 12.9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Hepatectomy affects anti-PD-1 therapy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efficacy remains intact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Mouse model used for study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Intratumoral Lactobacillus johnsonii Enhances Sensitivity to PD-1 Blockade by Inducing CD8+ T-cell Expansion in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research  ·  IF 12.7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Lactobacillus johnsonii enriches IFNγ+PD-1+CD8+ T cells.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Nicotinic acid enhances T-cell expansion and function.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L. johnsonii activates NF-κB pathway for immune response.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Cancer-Associated Fibroblasts Promote Tumor Immunosuppression in Hepatocellular Carcinoma via the NNMT-ANGPTL4 Axis.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Advanced science (Weinheim, Baden-Wurttemberg, Germany)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CAFs drive immunosuppression in HCC.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NNMT regulates ANGPTL4 secretion.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ANGPTL4 enhances PD-L1 expression.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Targeting NNMT-ANGPTL4 restores T-cell activity.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Therapy synergizes with anti-PD-L1 treatment.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Selective depletion of virus-specific CD8 T cells from the liver after PD-1 therapy with Fc-intact antibody during chronic infection.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Proceedings of the National Academy of Sciences of the United States of America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 region impacts PD-1 therapy efficacy.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Depletion of virus-specific CD8 T cells observed.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Activating FcγR III mediates T cell depletion.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Phagocytic cells are key effectors in vivo.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Fc-intact antibodies may hinder liver cancer treatment.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Immunotherapy in Hepatocellular Carcinoma with Portal Vein Tumour Thrombosis: From Poor Prognosis to Curative-Intent Strategies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 study on HCC with PVTT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HAIC combined with lenvatinib and PD-1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Improved outcomes compared to monotherapy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curative-intent strategies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Addressing poor prognosis in HCC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plus transarterial chemoembolization and PD-1 inhibitors as conversion therapies for unresectable intermediate-advanced hepatocellular carcinoma: a phase 2 trial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therapy for unresectable HCC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Transarterial chemoembolization (TACE) used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PD-1 inhibitors enhance treatment efficacy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trial demonstrates promising results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for conversion to surgical options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Efficacy and Safety of Atezolizumab Plus Bevacizumab after Durvalumab Plus Tremelimumab for the Treatment of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Internal medicine (Tokyo, Japan)  ·  Retrospective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Atez+Bev shows 25% ORR in HCC patients.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DCR indicates favorable disease control.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Dur+Tre may enhance immune response.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adverse events include pruritus and proteinuria.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therapy offers new treatment options.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Radiotherapy versus local ablation therapy for the treatment of hepatocellular carcinoma: A systematic review and meta-analysis.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Clinical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of radiotherapy and local ablation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hepatocellular carcinoma treatment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of local progression-free survival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Inclusion of radiofrequency and microwave ablation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Systematic review and meta-analysis conducted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 (Overall Insights)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**免疫療法的潛力**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Immunotherapy has shown significant promise in enhancing treatment outcomes for hepatocellular carcinoma (HCC), particularly in advanced stages.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免疫療法在改善肝細胞癌（HCC）治療結果方面顯示出顯著潛力，特別是在晚期階段。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**腫瘤微環境的重塑**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Neoadjuvant therapies, including stereotactic body radiation therapy combined with immune therapy, can favorably remodel the tumor microenvironment, promoting a more effective immune response.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新輔助療法，包括立體定向體部放射療法結合免疫療法，可以有利於重塑腫瘤微環境，促進更有效的免疫反應。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**癌症相關成纖維細胞的角色**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Cancer-associated fibroblasts (CAFs) play a crucial role in tumor immunosuppression through metabolic pathways, indicating potential therapeutic targets for enhancing immunotherapy efficacy.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癌症相關成纖維細胞（CAFs）在腫瘤免疫抑制中扮演關鍵角色，透過代謝途徑顯示出增強免疫療法療效的潛在治療靶點。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**手術後復發的挑戰**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Despite the effectiveness of surgical resection for early-stage HCC, postoperative recurrence remains a significant clinical challenge that necessitates further investigation into underlying mechanisms.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儘管手術切除對早期HCC有效，但術後復發仍然是一個重大臨床挑戰，需進一步研究其潛在機制。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**多模式治療的前景**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Combining various treatment modalities, such as transarterial chemoembolization with immune checkpoint inhibitors, shows potential in improving outcomes for patients with unresectable HCC.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結合多種治療方式，如經動脈化療栓塞與免疫檢查點抑制劑，顯示出改善不可切除HCC患者預後的潛力。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 (Future Research Directions)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**早期階段的免疫療法應用**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Investigate optimal strategies for integrating immunotherapy in earlier stages of HCC to improve patient outcomes.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探討在HCC早期階段整合免疫療法的最佳策略，以改善患者預後。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**腫瘤微環境的深入研究**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explore the mechanisms by which the tumor microenvironment influences immune response and therapy resistance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進一步研究腫瘤微環境如何影響HCC中的免疫反應和療法抵抗的機制。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**CAFs的代謝調控**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Elucidate the metabolic pathways of cancer-associated fibroblasts and their impact on immunosuppression to identify new therapeutic targets.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阐明癌症相關成纖維細胞的代謝途徑及其對免疫抑制的影響，以識別新的治療靶點。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**多模式治療的臨床試驗**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Conduct clinical trials to evaluate the efficacy and safety of combination therapies involving immunotherapy and local ablative techniques for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進行臨床試驗以評估結合免疫療法和局部消融技術的療效和安全性。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**術後復發的預防策略**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Develop and test strategies to prevent postoperative recurrence in HCC patients, focusing on adjuvant therapies that enhance immune response.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開發和測試預防HCC患者術後復發的策略，重點在於增強免疫反應的輔助療法。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9319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HCC Weekly Digest</dc:title>
  <dc:subject>PptxGenJS Presentation</dc:subject>
  <dc:creator>HCC Weekly Digest</dc:creator>
  <cp:lastModifiedBy>HCC Weekly Digest</cp:lastModifiedBy>
  <cp:revision>1</cp:revision>
  <dcterms:created xsi:type="dcterms:W3CDTF">2026-04-19T10:17:02Z</dcterms:created>
  <dcterms:modified xsi:type="dcterms:W3CDTF">2026-04-19T10:17:02Z</dcterms:modified>
</cp:coreProperties>
</file>