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j.cell.2026.03.001" TargetMode="External"/><Relationship Id="rId2" Type="http://schemas.openxmlformats.org/officeDocument/2006/relationships/hyperlink" Target="https://doi.org/10.1016/j.cell.2026.03.001"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58/1078-0432.CCR-25-4779" TargetMode="External"/><Relationship Id="rId2" Type="http://schemas.openxmlformats.org/officeDocument/2006/relationships/hyperlink" Target="https://doi.org/10.1158/1078-0432.CCR-25-477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97/HEP.0000000000001731" TargetMode="External"/><Relationship Id="rId2" Type="http://schemas.openxmlformats.org/officeDocument/2006/relationships/hyperlink" Target="https://doi.org/10.1097/HEP.0000000000001731"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58/0008-5472.CAN-25-0346" TargetMode="External"/><Relationship Id="rId2" Type="http://schemas.openxmlformats.org/officeDocument/2006/relationships/hyperlink" Target="https://doi.org/10.1158/0008-5472.CAN-25-0346"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02/advs.202521418" TargetMode="External"/><Relationship Id="rId2" Type="http://schemas.openxmlformats.org/officeDocument/2006/relationships/hyperlink" Target="https://doi.org/10.1002/advs.202521418"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73/pnas.2427192123" TargetMode="External"/><Relationship Id="rId2" Type="http://schemas.openxmlformats.org/officeDocument/2006/relationships/hyperlink" Target="https://doi.org/10.1073/pnas.242719212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mc.ncbi.nlm.nih.gov/articles/PMC12939993/" TargetMode="External"/><Relationship Id="rId2" Type="http://schemas.openxmlformats.org/officeDocument/2006/relationships/hyperlink" Target="https://pmc.ncbi.nlm.nih.gov/articles/PMC1293999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2169/internalmedicine.6021-25" TargetMode="External"/><Relationship Id="rId2" Type="http://schemas.openxmlformats.org/officeDocument/2006/relationships/hyperlink" Target="https://doi.org/10.2169/internalmedicine.6021-2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scopubs.org/doi/abs/10.1200/JCO.2026.44.2_suppl.547" TargetMode="External"/><Relationship Id="rId2" Type="http://schemas.openxmlformats.org/officeDocument/2006/relationships/hyperlink" Target="https://ascopubs.org/doi/abs/10.1200/JCO.2026.44.2_suppl.547"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HCC</a:t>
            </a:r>
            <a:endParaRPr lang="en-US" sz="4800" dirty="0"/>
          </a:p>
          <a:p>
            <a:pPr indent="0" marL="0">
              <a:lnSpc>
                <a:spcPct val="100000"/>
              </a:lnSpc>
              <a:buNone/>
            </a:pPr>
            <a:r>
              <a:rPr lang="en-US" sz="4800" b="1" dirty="0">
                <a:solidFill>
                  <a:srgbClr val="FFFFFF"/>
                </a:solidFill>
                <a:latin typeface="Arial" pitchFamily="34" charset="0"/>
                <a:ea typeface="Arial" pitchFamily="34" charset="-122"/>
                <a:cs typeface="Arial" pitchFamily="34" charset="-120"/>
              </a:rPr>
              <a:t>Weekly Digest</a:t>
            </a:r>
            <a:endParaRPr lang="en-US" sz="4800" dirty="0"/>
          </a:p>
          <a:p>
            <a:pPr indent="0" marL="0">
              <a:lnSpc>
                <a:spcPct val="100000"/>
              </a:lnSpc>
              <a:buNone/>
            </a:pPr>
            <a:r>
              <a:rPr lang="en-US" sz="1800" dirty="0">
                <a:solidFill>
                  <a:srgbClr val="FCA5A5"/>
                </a:solidFill>
                <a:latin typeface="Arial" pitchFamily="34" charset="0"/>
                <a:ea typeface="Arial" pitchFamily="34" charset="-122"/>
                <a:cs typeface="Arial" pitchFamily="34" charset="-120"/>
              </a:rPr>
              <a:t>For Prof. Lu</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2026-04-12 — 2026-04-19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Hallmarks of liver cancer: Therapeutic implications.</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Neoadjuvant stereotactic body radiation therapy plus immune therapy favorably re…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Erratum: Hepatectomy alters adjuvant anti-PD-1 action in a mouse model of HCC bu…</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Intratumoral Lactobacillus johnsonii Enhances Sensitivity to PD-1 Blockade by In…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Cancer-Associated Fibroblasts Promote Tumor Immunosuppression in Hepatocellular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Selective depletion of virus-specific CD8 T cells from the liver after PD-1 ther…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Immunotherapy in Hepatocellular Carcinoma with Portal Vein Tumour Thrombosis: Fr…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Efficacy and Safety of Atezolizumab Plus Bevacizumab after Durvalumab Plus T…</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Radiotherapy versus local ablation therapy for the treatment of hepatocellular c…</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Hallmarks of liver cancer: Therapeutic implications.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  IF 45.5  ·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Cancer hallmarks guide treatment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HCC shows unique immune evasion traits.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iCCA has distinct genetic alterations.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Neoadjuvant stereotactic body radiation therapy plus immune therapy favorably remodels the hepatocellular carcinoma tumor microenvironment.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cancer research : an official journal of the American Association for Cancer Research  ·  IF 11.5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Neoadjuvant SBRT plus immune therapy tested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Pilot study with 8 HCC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safety with low adverse events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Significant immune infiltration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All resected patients relapse-free</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Erratum: Hepatectomy alters adjuvant anti-PD-1 action in a mouse model of HCC but does not compromise neoadjuvant efficacy.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(Baltimore, Md.)  ·  IF 12.9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Hepatectomy affects anti-PD-1 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Mouse model used for HCC study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Neoadjuvant efficacy remains intact</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Intratumoral Lactobacillus johnsonii Enhances Sensitivity to PD-1 Blockade by Inducing CD8+ T-cell Expansion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research  ·  IF 12.7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Lactobacillus johnsonii enhances CD8+ T-cell expansion.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Higher levels correlate with disease-free survival.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Nicotinic acid activates NF-κB pathway.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reduces tumor relapse.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CD8+ T cells are crucial for efficacy.</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Cancer-Associated Fibroblasts Promote Tumor Immunosuppression in Hepatocellular Carcinoma via the NNMT-ANGPTL4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Advanced science (Weinheim, Baden-Wurttemberg, Germany)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CAFs drive immunosuppression in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NNMT regulates ANGPTL4 secretion.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ANGPTL4 enhances tumor immune evasion.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Targeting NNMT-ANGPTL4 restores T-cell activity.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Synergistic effect with anti-PD-L1 therapy.</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Selective depletion of virus-specific CD8 T cells from the liver after PD-1 therapy with Fc-intact antibody during chronic infection.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Proceedings of the National Academy of Sciences of the United States of America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Fc region affects PD-1 therapy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Depletion of virus-specific CD8 T cells.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Phagocytic cells mediate T cell depletion.</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Immunotherapy in Hepatocellular Carcinoma with Portal Vein Tumour Thrombosis: From Poor Prognosis to Curative-Intent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II study on HCC with PVTT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HAIC combined with lenvatinib and PD-1</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Improved outcomes compared to monotherapy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curative-intent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advanced hepatocellular carcinoma</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for unresectable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Transarterial chemoembolization (TACE) used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PD-1 inhibitors enhance treatment efficacy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Phase 2 trial demonstrates promising results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conversion to resectable disease</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Efficacy and Safety of Atezolizumab Plus Bevacizumab after Durvalumab Plus Tremelimumab for the Treatment of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Internal medicine (Tokyo, Japan)  ·  Retrospective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Atez+Bev shows efficacy after Dur+Tre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ORR 25% and DCR 75%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Safety profile varies between regimens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Prior Dur+Tre may enhance immune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Common adverse events include pruritus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Radiotherapy versus local ablation therapy for the treatment of hepatocellular carcinoma: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Clinical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Local ablation therapies include RFA and microwave ablation.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EBRT compared to local ablation for HCC.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shows local progression-free survival benefits.</a:t>
            </a:r>
            <a:endParaRPr lang="en-US" sz="1800" dirty="0"/>
          </a:p>
        </p:txBody>
      </p:sp>
      <p:sp>
        <p:nvSpPr>
          <p:cNvPr id="7" name="Text 5">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**免疫治療的潛力**  </a:t>
            </a:r>
            <a:endParaRPr lang="en-US" sz="1200" dirty="0"/>
          </a:p>
          <a:p>
            <a:pPr indent="0" marL="0">
              <a:lnSpc>
                <a:spcPct val="150000"/>
              </a:lnSpc>
              <a:buNone/>
            </a:pPr>
            <a:r>
              <a:rPr lang="en-US" sz="1200" dirty="0">
                <a:solidFill>
                  <a:srgbClr val="FFFFFF"/>
                </a:solidFill>
              </a:rPr>
              <a:t>   **The Potential of Immunotherapy**  </a:t>
            </a:r>
            <a:endParaRPr lang="en-US" sz="1200" dirty="0"/>
          </a:p>
          <a:p>
            <a:pPr indent="0" marL="0">
              <a:lnSpc>
                <a:spcPct val="150000"/>
              </a:lnSpc>
              <a:buNone/>
            </a:pPr>
            <a:r>
              <a:rPr lang="en-US" sz="1200" dirty="0">
                <a:solidFill>
                  <a:srgbClr val="FFFFFF"/>
                </a:solidFill>
              </a:rPr>
              <a:t>   免疫治療在晚期肝細胞癌（HCC）中的應用顯著改善了治療選擇，但在早期階段的最佳使用仍需進一步探索。  </a:t>
            </a:r>
            <a:endParaRPr lang="en-US" sz="1200" dirty="0"/>
          </a:p>
          <a:p>
            <a:pPr indent="0" marL="0">
              <a:lnSpc>
                <a:spcPct val="150000"/>
              </a:lnSpc>
              <a:buNone/>
            </a:pPr>
            <a:r>
              <a:rPr lang="en-US" sz="1200" dirty="0">
                <a:solidFill>
                  <a:srgbClr val="FFFFFF"/>
                </a:solidFill>
              </a:rPr>
              <a:t>   Immunotherapy has significantly improved treatment options for advanced hepatocellular carcinoma (HCC), yet optimal usage in earlier stages remains to be fully explored.</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**腫瘤微環境的重塑**  </a:t>
            </a:r>
            <a:endParaRPr lang="en-US" sz="1200" dirty="0"/>
          </a:p>
          <a:p>
            <a:pPr indent="0" marL="0">
              <a:lnSpc>
                <a:spcPct val="150000"/>
              </a:lnSpc>
              <a:buNone/>
            </a:pPr>
            <a:r>
              <a:rPr lang="en-US" sz="1200" dirty="0">
                <a:solidFill>
                  <a:srgbClr val="FFFFFF"/>
                </a:solidFill>
              </a:rPr>
              <a:t>   **Remodeling of Tumor Microenvironment**  </a:t>
            </a:r>
            <a:endParaRPr lang="en-US" sz="1200" dirty="0"/>
          </a:p>
          <a:p>
            <a:pPr indent="0" marL="0">
              <a:lnSpc>
                <a:spcPct val="150000"/>
              </a:lnSpc>
              <a:buNone/>
            </a:pPr>
            <a:r>
              <a:rPr lang="en-US" sz="1200" dirty="0">
                <a:solidFill>
                  <a:srgbClr val="FFFFFF"/>
                </a:solidFill>
              </a:rPr>
              <a:t>   新的研究顯示，術前立體定向放射治療結合免疫治療能有效改變HCC的腫瘤微環境，促進治療效果。  </a:t>
            </a:r>
            <a:endParaRPr lang="en-US" sz="1200" dirty="0"/>
          </a:p>
          <a:p>
            <a:pPr indent="0" marL="0">
              <a:lnSpc>
                <a:spcPct val="150000"/>
              </a:lnSpc>
              <a:buNone/>
            </a:pPr>
            <a:r>
              <a:rPr lang="en-US" sz="1200" dirty="0">
                <a:solidFill>
                  <a:srgbClr val="FFFFFF"/>
                </a:solidFill>
              </a:rPr>
              <a:t>   Recent studies indicate that neoadjuvant stereotactic body radiation therapy combined with immunotherapy can effectively remodel the tumor microenvironment in HCC, enhancing treatment efficacy.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**癌症相關成纖維細胞的角色**  </a:t>
            </a:r>
            <a:endParaRPr lang="en-US" sz="1200" dirty="0"/>
          </a:p>
          <a:p>
            <a:pPr indent="0" marL="0">
              <a:lnSpc>
                <a:spcPct val="150000"/>
              </a:lnSpc>
              <a:buNone/>
            </a:pPr>
            <a:r>
              <a:rPr lang="en-US" sz="1200" dirty="0">
                <a:solidFill>
                  <a:srgbClr val="FFFFFF"/>
                </a:solidFill>
              </a:rPr>
              <a:t>   **Role of Cancer-Associated Fibroblasts**  </a:t>
            </a:r>
            <a:endParaRPr lang="en-US" sz="1200" dirty="0"/>
          </a:p>
          <a:p>
            <a:pPr indent="0" marL="0">
              <a:lnSpc>
                <a:spcPct val="150000"/>
              </a:lnSpc>
              <a:buNone/>
            </a:pPr>
            <a:r>
              <a:rPr lang="en-US" sz="1200" dirty="0">
                <a:solidFill>
                  <a:srgbClr val="FFFFFF"/>
                </a:solidFill>
              </a:rPr>
              <a:t>   癌症相關成纖維細胞（CAFs）在HCC中推動免疫抑制，理解其代謝調控對開發新療法至關重要。  </a:t>
            </a:r>
            <a:endParaRPr lang="en-US" sz="1200" dirty="0"/>
          </a:p>
          <a:p>
            <a:pPr indent="0" marL="0">
              <a:lnSpc>
                <a:spcPct val="150000"/>
              </a:lnSpc>
              <a:buNone/>
            </a:pPr>
            <a:r>
              <a:rPr lang="en-US" sz="1200" dirty="0">
                <a:solidFill>
                  <a:srgbClr val="FFFFFF"/>
                </a:solidFill>
              </a:rPr>
              <a:t>   Cancer-associated fibroblasts (CAFs) drive immunosuppression in HCC, and understanding their metabolic regulation is crucial for developing new therapeutic strategies.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**手術後復發的挑戰**  </a:t>
            </a:r>
            <a:endParaRPr lang="en-US" sz="1200" dirty="0"/>
          </a:p>
          <a:p>
            <a:pPr indent="0" marL="0">
              <a:lnSpc>
                <a:spcPct val="150000"/>
              </a:lnSpc>
              <a:buNone/>
            </a:pPr>
            <a:r>
              <a:rPr lang="en-US" sz="1200" dirty="0">
                <a:solidFill>
                  <a:srgbClr val="FFFFFF"/>
                </a:solidFill>
              </a:rPr>
              <a:t>   **Challenges of Postoperative Recurrence**  </a:t>
            </a:r>
            <a:endParaRPr lang="en-US" sz="1200" dirty="0"/>
          </a:p>
          <a:p>
            <a:pPr indent="0" marL="0">
              <a:lnSpc>
                <a:spcPct val="150000"/>
              </a:lnSpc>
              <a:buNone/>
            </a:pPr>
            <a:r>
              <a:rPr lang="en-US" sz="1200" dirty="0">
                <a:solidFill>
                  <a:srgbClr val="FFFFFF"/>
                </a:solidFill>
              </a:rPr>
              <a:t>   雖然外科切除是早期HCC的有效干預措施，但術後復發仍然是主要的臨床挑戰。  </a:t>
            </a:r>
            <a:endParaRPr lang="en-US" sz="1200" dirty="0"/>
          </a:p>
          <a:p>
            <a:pPr indent="0" marL="0">
              <a:lnSpc>
                <a:spcPct val="150000"/>
              </a:lnSpc>
              <a:buNone/>
            </a:pPr>
            <a:r>
              <a:rPr lang="en-US" sz="1200" dirty="0">
                <a:solidFill>
                  <a:srgbClr val="FFFFFF"/>
                </a:solidFill>
              </a:rPr>
              <a:t>   While surgical resection is an effective intervention for early-stage HCC, postoperative recurrence remains a significant clinical challenge.</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**多模式治療的前景**  </a:t>
            </a:r>
            <a:endParaRPr lang="en-US" sz="1200" dirty="0"/>
          </a:p>
          <a:p>
            <a:pPr indent="0" marL="0">
              <a:lnSpc>
                <a:spcPct val="150000"/>
              </a:lnSpc>
              <a:buNone/>
            </a:pPr>
            <a:r>
              <a:rPr lang="en-US" sz="1200" dirty="0">
                <a:solidFill>
                  <a:srgbClr val="FFFFFF"/>
                </a:solidFill>
              </a:rPr>
              <a:t>   **Prospects of Multimodal Therapy**  </a:t>
            </a:r>
            <a:endParaRPr lang="en-US" sz="1200" dirty="0"/>
          </a:p>
          <a:p>
            <a:pPr indent="0" marL="0">
              <a:lnSpc>
                <a:spcPct val="150000"/>
              </a:lnSpc>
              <a:buNone/>
            </a:pPr>
            <a:r>
              <a:rPr lang="en-US" sz="1200" dirty="0">
                <a:solidFill>
                  <a:srgbClr val="FFFFFF"/>
                </a:solidFill>
              </a:rPr>
              <a:t>   結合不同治療方法（如TACE、免疫治療和局部消融）可能為不可切除的HCC提供更佳的治療結果。  </a:t>
            </a:r>
            <a:endParaRPr lang="en-US" sz="1200" dirty="0"/>
          </a:p>
          <a:p>
            <a:pPr indent="0" marL="0">
              <a:lnSpc>
                <a:spcPct val="150000"/>
              </a:lnSpc>
              <a:buNone/>
            </a:pPr>
            <a:r>
              <a:rPr lang="en-US" sz="1200" dirty="0">
                <a:solidFill>
                  <a:srgbClr val="FFFFFF"/>
                </a:solidFill>
              </a:rPr>
              <a:t>   Combining various treatment modalities (such as TACE, immunotherapy, and local ablation) may offer better outcomes for unresectable HCC.</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**早期階段免疫治療的最佳化**  </a:t>
            </a:r>
            <a:endParaRPr lang="en-US" sz="1200" dirty="0"/>
          </a:p>
          <a:p>
            <a:pPr indent="0" marL="0">
              <a:lnSpc>
                <a:spcPct val="150000"/>
              </a:lnSpc>
              <a:buNone/>
            </a:pPr>
            <a:r>
              <a:rPr lang="en-US" sz="1200" dirty="0">
                <a:solidFill>
                  <a:srgbClr val="FFFFFF"/>
                </a:solidFill>
              </a:rPr>
              <a:t>   **Optimization of Immunotherapy in Early Stages**  </a:t>
            </a:r>
            <a:endParaRPr lang="en-US" sz="1200" dirty="0"/>
          </a:p>
          <a:p>
            <a:pPr indent="0" marL="0">
              <a:lnSpc>
                <a:spcPct val="150000"/>
              </a:lnSpc>
              <a:buNone/>
            </a:pPr>
            <a:r>
              <a:rPr lang="en-US" sz="1200" dirty="0">
                <a:solidFill>
                  <a:srgbClr val="FFFFFF"/>
                </a:solidFill>
              </a:rPr>
              <a:t>   需要進一步研究以確定免疫治療在早期HCC中的最佳使用時機和方式。  </a:t>
            </a:r>
            <a:endParaRPr lang="en-US" sz="1200" dirty="0"/>
          </a:p>
          <a:p>
            <a:pPr indent="0" marL="0">
              <a:lnSpc>
                <a:spcPct val="150000"/>
              </a:lnSpc>
              <a:buNone/>
            </a:pPr>
            <a:r>
              <a:rPr lang="en-US" sz="1200" dirty="0">
                <a:solidFill>
                  <a:srgbClr val="FFFFFF"/>
                </a:solidFill>
              </a:rPr>
              <a:t>   Further studies are needed to determine the optimal timing and methods for immunotherapy in early-stage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**腫瘤微環境的深入分析**  </a:t>
            </a:r>
            <a:endParaRPr lang="en-US" sz="1200" dirty="0"/>
          </a:p>
          <a:p>
            <a:pPr indent="0" marL="0">
              <a:lnSpc>
                <a:spcPct val="150000"/>
              </a:lnSpc>
              <a:buNone/>
            </a:pPr>
            <a:r>
              <a:rPr lang="en-US" sz="1200" dirty="0">
                <a:solidFill>
                  <a:srgbClr val="FFFFFF"/>
                </a:solidFill>
              </a:rPr>
              <a:t>   **In-Depth Analysis of Tumor Microenvironment**  </a:t>
            </a:r>
            <a:endParaRPr lang="en-US" sz="1200" dirty="0"/>
          </a:p>
          <a:p>
            <a:pPr indent="0" marL="0">
              <a:lnSpc>
                <a:spcPct val="150000"/>
              </a:lnSpc>
              <a:buNone/>
            </a:pPr>
            <a:r>
              <a:rPr lang="en-US" sz="1200" dirty="0">
                <a:solidFill>
                  <a:srgbClr val="FFFFFF"/>
                </a:solidFill>
              </a:rPr>
              <a:t>   研究腫瘤微環境中不同細胞類型的相互作用及其對免疫治療反應的影響。  </a:t>
            </a:r>
            <a:endParaRPr lang="en-US" sz="1200" dirty="0"/>
          </a:p>
          <a:p>
            <a:pPr indent="0" marL="0">
              <a:lnSpc>
                <a:spcPct val="150000"/>
              </a:lnSpc>
              <a:buNone/>
            </a:pPr>
            <a:r>
              <a:rPr lang="en-US" sz="1200" dirty="0">
                <a:solidFill>
                  <a:srgbClr val="FFFFFF"/>
                </a:solidFill>
              </a:rPr>
              <a:t>   Investigate the interactions of different cell types within the tumor microenvironment and their impact on responses to immunotherapy.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**新型治療靶點的發掘**  </a:t>
            </a:r>
            <a:endParaRPr lang="en-US" sz="1200" dirty="0"/>
          </a:p>
          <a:p>
            <a:pPr indent="0" marL="0">
              <a:lnSpc>
                <a:spcPct val="150000"/>
              </a:lnSpc>
              <a:buNone/>
            </a:pPr>
            <a:r>
              <a:rPr lang="en-US" sz="1200" dirty="0">
                <a:solidFill>
                  <a:srgbClr val="FFFFFF"/>
                </a:solidFill>
              </a:rPr>
              <a:t>   **Discovery of Novel Therapeutic Targets**  </a:t>
            </a:r>
            <a:endParaRPr lang="en-US" sz="1200" dirty="0"/>
          </a:p>
          <a:p>
            <a:pPr indent="0" marL="0">
              <a:lnSpc>
                <a:spcPct val="150000"/>
              </a:lnSpc>
              <a:buNone/>
            </a:pPr>
            <a:r>
              <a:rPr lang="en-US" sz="1200" dirty="0">
                <a:solidFill>
                  <a:srgbClr val="FFFFFF"/>
                </a:solidFill>
              </a:rPr>
              <a:t>   探索癌症相關成纖維細胞及其代謝途徑作為新療法的潛在靶點。  </a:t>
            </a:r>
            <a:endParaRPr lang="en-US" sz="1200" dirty="0"/>
          </a:p>
          <a:p>
            <a:pPr indent="0" marL="0">
              <a:lnSpc>
                <a:spcPct val="150000"/>
              </a:lnSpc>
              <a:buNone/>
            </a:pPr>
            <a:r>
              <a:rPr lang="en-US" sz="1200" dirty="0">
                <a:solidFill>
                  <a:srgbClr val="FFFFFF"/>
                </a:solidFill>
              </a:rPr>
              <a:t>   Explore cancer-associated fibroblasts and their metabolic pathways as potential novel therapeutic targets.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**多模式治療的臨床試驗**  </a:t>
            </a:r>
            <a:endParaRPr lang="en-US" sz="1200" dirty="0"/>
          </a:p>
          <a:p>
            <a:pPr indent="0" marL="0">
              <a:lnSpc>
                <a:spcPct val="150000"/>
              </a:lnSpc>
              <a:buNone/>
            </a:pPr>
            <a:r>
              <a:rPr lang="en-US" sz="1200" dirty="0">
                <a:solidFill>
                  <a:srgbClr val="FFFFFF"/>
                </a:solidFill>
              </a:rPr>
              <a:t>   **Clinical Trials for Multimodal Therapies**  </a:t>
            </a:r>
            <a:endParaRPr lang="en-US" sz="1200" dirty="0"/>
          </a:p>
          <a:p>
            <a:pPr indent="0" marL="0">
              <a:lnSpc>
                <a:spcPct val="150000"/>
              </a:lnSpc>
              <a:buNone/>
            </a:pPr>
            <a:r>
              <a:rPr lang="en-US" sz="1200" dirty="0">
                <a:solidFill>
                  <a:srgbClr val="FFFFFF"/>
                </a:solidFill>
              </a:rPr>
              <a:t>   設計臨床試驗以評估多種治療組合在不可切除HCC中的療效和安全性。  </a:t>
            </a:r>
            <a:endParaRPr lang="en-US" sz="1200" dirty="0"/>
          </a:p>
          <a:p>
            <a:pPr indent="0" marL="0">
              <a:lnSpc>
                <a:spcPct val="150000"/>
              </a:lnSpc>
              <a:buNone/>
            </a:pPr>
            <a:r>
              <a:rPr lang="en-US" sz="1200" dirty="0">
                <a:solidFill>
                  <a:srgbClr val="FFFFFF"/>
                </a:solidFill>
              </a:rPr>
              <a:t>   Design clinical trials to assess the efficacy and safety of various treatment combinations in unresectable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**個體化治療策略的發展**  </a:t>
            </a:r>
            <a:endParaRPr lang="en-US" sz="1200" dirty="0"/>
          </a:p>
          <a:p>
            <a:pPr indent="0" marL="0">
              <a:lnSpc>
                <a:spcPct val="150000"/>
              </a:lnSpc>
              <a:buNone/>
            </a:pPr>
            <a:r>
              <a:rPr lang="en-US" sz="1200" dirty="0">
                <a:solidFill>
                  <a:srgbClr val="FFFFFF"/>
                </a:solidFill>
              </a:rPr>
              <a:t>   **Development of Personalized Treatment Strategies**  </a:t>
            </a:r>
            <a:endParaRPr lang="en-US" sz="1200" dirty="0"/>
          </a:p>
          <a:p>
            <a:pPr indent="0" marL="0">
              <a:lnSpc>
                <a:spcPct val="150000"/>
              </a:lnSpc>
              <a:buNone/>
            </a:pPr>
            <a:r>
              <a:rPr lang="en-US" sz="1200" dirty="0">
                <a:solidFill>
                  <a:srgbClr val="FFFFFF"/>
                </a:solidFill>
              </a:rPr>
              <a:t>   研究個體化治療策略，以根據患者的腫瘤特徵和免疫狀態調整治療方案。  </a:t>
            </a:r>
            <a:endParaRPr lang="en-US" sz="1200" dirty="0"/>
          </a:p>
          <a:p>
            <a:pPr indent="0" marL="0">
              <a:lnSpc>
                <a:spcPct val="150000"/>
              </a:lnSpc>
              <a:buNone/>
            </a:pPr>
            <a:r>
              <a:rPr lang="en-US" sz="1200" dirty="0">
                <a:solidFill>
                  <a:srgbClr val="FFFFFF"/>
                </a:solidFill>
              </a:rPr>
              <a:t>   Investigate personalized treatment strategies that tailor therapeutic approaches based on individual tumor characteristics and immune status.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HCC Weekly Digest</dc:title>
  <dc:subject>PptxGenJS Presentation</dc:subject>
  <dc:creator>HCC Weekly Digest</dc:creator>
  <cp:lastModifiedBy>HCC Weekly Digest</cp:lastModifiedBy>
  <cp:revision>1</cp:revision>
  <dcterms:created xsi:type="dcterms:W3CDTF">2026-04-19T10:14:32Z</dcterms:created>
  <dcterms:modified xsi:type="dcterms:W3CDTF">2026-04-19T10:14:32Z</dcterms:modified>
</cp:coreProperties>
</file>